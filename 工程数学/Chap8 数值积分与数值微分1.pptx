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50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3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slides/slide144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21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65.xml" ContentType="application/vnd.openxmlformats-officedocument.presentationml.notesSlide+xml"/>
  <Override PartName="/ppt/notesSlides/notesSlide11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9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5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22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3.xml" ContentType="application/vnd.openxmlformats-officedocument.presentationml.tags+xml"/>
  <Override PartName="/ppt/notesSlides/notesSlide84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1.xml" ContentType="application/vnd.openxmlformats-officedocument.presentationml.notes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09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notesSlides/notesSlide89.xml" ContentType="application/vnd.openxmlformats-officedocument.presentationml.notesSlide+xml"/>
  <Override PartName="/ppt/notesSlides/notesSlide116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tags/tag4.xml" ContentType="application/vnd.openxmlformats-officedocument.presentationml.tags+xml"/>
  <Override PartName="/ppt/notesSlides/notesSlide112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notesSlides/notesSlide106.xml" ContentType="application/vnd.openxmlformats-officedocument.presentationml.notesSlide+xml"/>
  <Override PartName="/ppt/notesSlides/notesSlide117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20.xml" ContentType="application/vnd.openxmlformats-officedocument.presentationml.notes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148.xml" ContentType="application/vnd.openxmlformats-officedocument.presentationml.slide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11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slides/slide140.xml" ContentType="application/vnd.openxmlformats-officedocument.presentationml.slide+xml"/>
  <Override PartName="/ppt/theme/theme3.xml" ContentType="application/vnd.openxmlformats-officedocument.them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7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2"/>
  </p:notesMasterIdLst>
  <p:handoutMasterIdLst>
    <p:handoutMasterId r:id="rId153"/>
  </p:handoutMasterIdLst>
  <p:sldIdLst>
    <p:sldId id="365" r:id="rId2"/>
    <p:sldId id="649" r:id="rId3"/>
    <p:sldId id="292" r:id="rId4"/>
    <p:sldId id="646" r:id="rId5"/>
    <p:sldId id="377" r:id="rId6"/>
    <p:sldId id="293" r:id="rId7"/>
    <p:sldId id="294" r:id="rId8"/>
    <p:sldId id="434" r:id="rId9"/>
    <p:sldId id="295" r:id="rId10"/>
    <p:sldId id="354" r:id="rId11"/>
    <p:sldId id="378" r:id="rId12"/>
    <p:sldId id="371" r:id="rId13"/>
    <p:sldId id="341" r:id="rId14"/>
    <p:sldId id="296" r:id="rId15"/>
    <p:sldId id="878" r:id="rId16"/>
    <p:sldId id="297" r:id="rId17"/>
    <p:sldId id="259" r:id="rId18"/>
    <p:sldId id="305" r:id="rId19"/>
    <p:sldId id="366" r:id="rId20"/>
    <p:sldId id="298" r:id="rId21"/>
    <p:sldId id="373" r:id="rId22"/>
    <p:sldId id="375" r:id="rId23"/>
    <p:sldId id="651" r:id="rId24"/>
    <p:sldId id="652" r:id="rId25"/>
    <p:sldId id="363" r:id="rId26"/>
    <p:sldId id="300" r:id="rId27"/>
    <p:sldId id="303" r:id="rId28"/>
    <p:sldId id="283" r:id="rId29"/>
    <p:sldId id="848" r:id="rId30"/>
    <p:sldId id="284" r:id="rId31"/>
    <p:sldId id="654" r:id="rId32"/>
    <p:sldId id="306" r:id="rId33"/>
    <p:sldId id="372" r:id="rId34"/>
    <p:sldId id="364" r:id="rId35"/>
    <p:sldId id="342" r:id="rId36"/>
    <p:sldId id="343" r:id="rId37"/>
    <p:sldId id="344" r:id="rId38"/>
    <p:sldId id="361" r:id="rId39"/>
    <p:sldId id="336" r:id="rId40"/>
    <p:sldId id="849" r:id="rId41"/>
    <p:sldId id="345" r:id="rId42"/>
    <p:sldId id="362" r:id="rId43"/>
    <p:sldId id="288" r:id="rId44"/>
    <p:sldId id="766" r:id="rId45"/>
    <p:sldId id="764" r:id="rId46"/>
    <p:sldId id="346" r:id="rId47"/>
    <p:sldId id="289" r:id="rId48"/>
    <p:sldId id="348" r:id="rId49"/>
    <p:sldId id="290" r:id="rId50"/>
    <p:sldId id="291" r:id="rId51"/>
    <p:sldId id="349" r:id="rId52"/>
    <p:sldId id="350" r:id="rId53"/>
    <p:sldId id="273" r:id="rId54"/>
    <p:sldId id="274" r:id="rId55"/>
    <p:sldId id="275" r:id="rId56"/>
    <p:sldId id="277" r:id="rId57"/>
    <p:sldId id="367" r:id="rId58"/>
    <p:sldId id="311" r:id="rId59"/>
    <p:sldId id="359" r:id="rId60"/>
    <p:sldId id="312" r:id="rId61"/>
    <p:sldId id="313" r:id="rId62"/>
    <p:sldId id="845" r:id="rId63"/>
    <p:sldId id="768" r:id="rId64"/>
    <p:sldId id="880" r:id="rId65"/>
    <p:sldId id="881" r:id="rId66"/>
    <p:sldId id="882" r:id="rId67"/>
    <p:sldId id="883" r:id="rId68"/>
    <p:sldId id="884" r:id="rId69"/>
    <p:sldId id="885" r:id="rId70"/>
    <p:sldId id="886" r:id="rId71"/>
    <p:sldId id="887" r:id="rId72"/>
    <p:sldId id="888" r:id="rId73"/>
    <p:sldId id="889" r:id="rId74"/>
    <p:sldId id="890" r:id="rId75"/>
    <p:sldId id="851" r:id="rId76"/>
    <p:sldId id="379" r:id="rId77"/>
    <p:sldId id="380" r:id="rId78"/>
    <p:sldId id="381" r:id="rId79"/>
    <p:sldId id="382" r:id="rId80"/>
    <p:sldId id="383" r:id="rId81"/>
    <p:sldId id="384" r:id="rId82"/>
    <p:sldId id="385" r:id="rId83"/>
    <p:sldId id="853" r:id="rId84"/>
    <p:sldId id="852" r:id="rId85"/>
    <p:sldId id="854" r:id="rId86"/>
    <p:sldId id="857" r:id="rId87"/>
    <p:sldId id="858" r:id="rId88"/>
    <p:sldId id="859" r:id="rId89"/>
    <p:sldId id="860" r:id="rId90"/>
    <p:sldId id="386" r:id="rId91"/>
    <p:sldId id="387" r:id="rId92"/>
    <p:sldId id="388" r:id="rId93"/>
    <p:sldId id="389" r:id="rId94"/>
    <p:sldId id="390" r:id="rId95"/>
    <p:sldId id="391" r:id="rId96"/>
    <p:sldId id="392" r:id="rId97"/>
    <p:sldId id="393" r:id="rId98"/>
    <p:sldId id="394" r:id="rId99"/>
    <p:sldId id="395" r:id="rId100"/>
    <p:sldId id="396" r:id="rId101"/>
    <p:sldId id="397" r:id="rId102"/>
    <p:sldId id="398" r:id="rId103"/>
    <p:sldId id="399" r:id="rId104"/>
    <p:sldId id="400" r:id="rId105"/>
    <p:sldId id="401" r:id="rId106"/>
    <p:sldId id="402" r:id="rId107"/>
    <p:sldId id="433" r:id="rId108"/>
    <p:sldId id="403" r:id="rId109"/>
    <p:sldId id="404" r:id="rId110"/>
    <p:sldId id="405" r:id="rId111"/>
    <p:sldId id="406" r:id="rId112"/>
    <p:sldId id="407" r:id="rId113"/>
    <p:sldId id="408" r:id="rId114"/>
    <p:sldId id="862" r:id="rId115"/>
    <p:sldId id="870" r:id="rId116"/>
    <p:sldId id="409" r:id="rId117"/>
    <p:sldId id="410" r:id="rId118"/>
    <p:sldId id="411" r:id="rId119"/>
    <p:sldId id="412" r:id="rId120"/>
    <p:sldId id="413" r:id="rId121"/>
    <p:sldId id="414" r:id="rId122"/>
    <p:sldId id="415" r:id="rId123"/>
    <p:sldId id="416" r:id="rId124"/>
    <p:sldId id="417" r:id="rId125"/>
    <p:sldId id="418" r:id="rId126"/>
    <p:sldId id="419" r:id="rId127"/>
    <p:sldId id="877" r:id="rId128"/>
    <p:sldId id="420" r:id="rId129"/>
    <p:sldId id="875" r:id="rId130"/>
    <p:sldId id="422" r:id="rId131"/>
    <p:sldId id="423" r:id="rId132"/>
    <p:sldId id="424" r:id="rId133"/>
    <p:sldId id="425" r:id="rId134"/>
    <p:sldId id="426" r:id="rId135"/>
    <p:sldId id="427" r:id="rId136"/>
    <p:sldId id="428" r:id="rId137"/>
    <p:sldId id="429" r:id="rId138"/>
    <p:sldId id="879" r:id="rId139"/>
    <p:sldId id="869" r:id="rId140"/>
    <p:sldId id="891" r:id="rId141"/>
    <p:sldId id="892" r:id="rId142"/>
    <p:sldId id="893" r:id="rId143"/>
    <p:sldId id="894" r:id="rId144"/>
    <p:sldId id="895" r:id="rId145"/>
    <p:sldId id="896" r:id="rId146"/>
    <p:sldId id="897" r:id="rId147"/>
    <p:sldId id="898" r:id="rId148"/>
    <p:sldId id="901" r:id="rId149"/>
    <p:sldId id="900" r:id="rId150"/>
    <p:sldId id="431" r:id="rId151"/>
  </p:sldIdLst>
  <p:sldSz cx="9144000" cy="6858000" type="screen4x3"/>
  <p:notesSz cx="7048500" cy="9296400"/>
  <p:custDataLst>
    <p:tags r:id="rId154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CCFFFF"/>
    <a:srgbClr val="FF0000"/>
    <a:srgbClr val="00CC66"/>
    <a:srgbClr val="00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586"/>
    <p:restoredTop sz="81724"/>
  </p:normalViewPr>
  <p:slideViewPr>
    <p:cSldViewPr snapToGrid="0" showGuides="1">
      <p:cViewPr varScale="1">
        <p:scale>
          <a:sx n="69" d="100"/>
          <a:sy n="69" d="100"/>
        </p:scale>
        <p:origin x="-34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96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tags" Target="tags/tag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53.wmf"/><Relationship Id="rId3" Type="http://schemas.openxmlformats.org/officeDocument/2006/relationships/image" Target="../media/image38.wmf"/><Relationship Id="rId21" Type="http://schemas.openxmlformats.org/officeDocument/2006/relationships/image" Target="../media/image56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17" Type="http://schemas.openxmlformats.org/officeDocument/2006/relationships/image" Target="../media/image52.wmf"/><Relationship Id="rId25" Type="http://schemas.openxmlformats.org/officeDocument/2006/relationships/image" Target="../media/image29.wmf"/><Relationship Id="rId2" Type="http://schemas.openxmlformats.org/officeDocument/2006/relationships/image" Target="../media/image37.wmf"/><Relationship Id="rId16" Type="http://schemas.openxmlformats.org/officeDocument/2006/relationships/image" Target="../media/image51.wmf"/><Relationship Id="rId20" Type="http://schemas.openxmlformats.org/officeDocument/2006/relationships/image" Target="../media/image55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24" Type="http://schemas.openxmlformats.org/officeDocument/2006/relationships/image" Target="../media/image59.wmf"/><Relationship Id="rId5" Type="http://schemas.openxmlformats.org/officeDocument/2006/relationships/image" Target="../media/image40.wmf"/><Relationship Id="rId15" Type="http://schemas.openxmlformats.org/officeDocument/2006/relationships/image" Target="../media/image50.wmf"/><Relationship Id="rId23" Type="http://schemas.openxmlformats.org/officeDocument/2006/relationships/image" Target="../media/image58.wmf"/><Relationship Id="rId10" Type="http://schemas.openxmlformats.org/officeDocument/2006/relationships/image" Target="../media/image45.wmf"/><Relationship Id="rId19" Type="http://schemas.openxmlformats.org/officeDocument/2006/relationships/image" Target="../media/image54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Relationship Id="rId22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28.wmf"/><Relationship Id="rId4" Type="http://schemas.openxmlformats.org/officeDocument/2006/relationships/image" Target="../media/image6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4" Type="http://schemas.openxmlformats.org/officeDocument/2006/relationships/image" Target="../media/image6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84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7.wmf"/><Relationship Id="rId7" Type="http://schemas.openxmlformats.org/officeDocument/2006/relationships/image" Target="../media/image90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34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4" Type="http://schemas.openxmlformats.org/officeDocument/2006/relationships/image" Target="../media/image10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4" Type="http://schemas.openxmlformats.org/officeDocument/2006/relationships/image" Target="../media/image104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4" Type="http://schemas.openxmlformats.org/officeDocument/2006/relationships/image" Target="../media/image110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4" Type="http://schemas.openxmlformats.org/officeDocument/2006/relationships/image" Target="../media/image11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19.wmf"/><Relationship Id="rId4" Type="http://schemas.openxmlformats.org/officeDocument/2006/relationships/image" Target="../media/image124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23.wmf"/><Relationship Id="rId1" Type="http://schemas.openxmlformats.org/officeDocument/2006/relationships/image" Target="../media/image131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6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59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5" Type="http://schemas.openxmlformats.org/officeDocument/2006/relationships/image" Target="../media/image170.wmf"/><Relationship Id="rId4" Type="http://schemas.openxmlformats.org/officeDocument/2006/relationships/image" Target="../media/image16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0.wmf"/><Relationship Id="rId5" Type="http://schemas.openxmlformats.org/officeDocument/2006/relationships/image" Target="../media/image168.wmf"/><Relationship Id="rId4" Type="http://schemas.openxmlformats.org/officeDocument/2006/relationships/image" Target="../media/image179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3" Type="http://schemas.openxmlformats.org/officeDocument/2006/relationships/image" Target="../media/image183.wmf"/><Relationship Id="rId7" Type="http://schemas.openxmlformats.org/officeDocument/2006/relationships/image" Target="../media/image187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4" Type="http://schemas.openxmlformats.org/officeDocument/2006/relationships/image" Target="../media/image198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08.wmf"/><Relationship Id="rId3" Type="http://schemas.openxmlformats.org/officeDocument/2006/relationships/image" Target="../media/image183.wmf"/><Relationship Id="rId7" Type="http://schemas.openxmlformats.org/officeDocument/2006/relationships/image" Target="../media/image202.wmf"/><Relationship Id="rId12" Type="http://schemas.openxmlformats.org/officeDocument/2006/relationships/image" Target="../media/image207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1.wmf"/><Relationship Id="rId11" Type="http://schemas.openxmlformats.org/officeDocument/2006/relationships/image" Target="../media/image206.wmf"/><Relationship Id="rId5" Type="http://schemas.openxmlformats.org/officeDocument/2006/relationships/image" Target="../media/image193.wmf"/><Relationship Id="rId15" Type="http://schemas.openxmlformats.org/officeDocument/2006/relationships/image" Target="../media/image210.wmf"/><Relationship Id="rId10" Type="http://schemas.openxmlformats.org/officeDocument/2006/relationships/image" Target="../media/image205.wmf"/><Relationship Id="rId4" Type="http://schemas.openxmlformats.org/officeDocument/2006/relationships/image" Target="../media/image191.wmf"/><Relationship Id="rId9" Type="http://schemas.openxmlformats.org/officeDocument/2006/relationships/image" Target="../media/image204.wmf"/><Relationship Id="rId14" Type="http://schemas.openxmlformats.org/officeDocument/2006/relationships/image" Target="../media/image209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image" Target="../media/image193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12" Type="http://schemas.openxmlformats.org/officeDocument/2006/relationships/image" Target="../media/image191.wmf"/><Relationship Id="rId2" Type="http://schemas.openxmlformats.org/officeDocument/2006/relationships/image" Target="../media/image201.wmf"/><Relationship Id="rId1" Type="http://schemas.openxmlformats.org/officeDocument/2006/relationships/image" Target="../media/image146.wmf"/><Relationship Id="rId6" Type="http://schemas.openxmlformats.org/officeDocument/2006/relationships/image" Target="../media/image205.wmf"/><Relationship Id="rId11" Type="http://schemas.openxmlformats.org/officeDocument/2006/relationships/image" Target="../media/image183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211.wmf"/><Relationship Id="rId1" Type="http://schemas.openxmlformats.org/officeDocument/2006/relationships/image" Target="../media/image136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5.w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wmf"/><Relationship Id="rId1" Type="http://schemas.openxmlformats.org/officeDocument/2006/relationships/image" Target="../media/image216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21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13" Type="http://schemas.openxmlformats.org/officeDocument/2006/relationships/image" Target="../media/image234.wmf"/><Relationship Id="rId18" Type="http://schemas.openxmlformats.org/officeDocument/2006/relationships/image" Target="../media/image239.wmf"/><Relationship Id="rId3" Type="http://schemas.openxmlformats.org/officeDocument/2006/relationships/image" Target="../media/image224.wmf"/><Relationship Id="rId21" Type="http://schemas.openxmlformats.org/officeDocument/2006/relationships/image" Target="../media/image242.wmf"/><Relationship Id="rId7" Type="http://schemas.openxmlformats.org/officeDocument/2006/relationships/image" Target="../media/image228.wmf"/><Relationship Id="rId12" Type="http://schemas.openxmlformats.org/officeDocument/2006/relationships/image" Target="../media/image233.wmf"/><Relationship Id="rId17" Type="http://schemas.openxmlformats.org/officeDocument/2006/relationships/image" Target="../media/image238.wmf"/><Relationship Id="rId25" Type="http://schemas.openxmlformats.org/officeDocument/2006/relationships/image" Target="../media/image246.wmf"/><Relationship Id="rId2" Type="http://schemas.openxmlformats.org/officeDocument/2006/relationships/image" Target="../media/image223.wmf"/><Relationship Id="rId16" Type="http://schemas.openxmlformats.org/officeDocument/2006/relationships/image" Target="../media/image237.wmf"/><Relationship Id="rId20" Type="http://schemas.openxmlformats.org/officeDocument/2006/relationships/image" Target="../media/image241.wmf"/><Relationship Id="rId1" Type="http://schemas.openxmlformats.org/officeDocument/2006/relationships/image" Target="../media/image222.wmf"/><Relationship Id="rId6" Type="http://schemas.openxmlformats.org/officeDocument/2006/relationships/image" Target="../media/image227.wmf"/><Relationship Id="rId11" Type="http://schemas.openxmlformats.org/officeDocument/2006/relationships/image" Target="../media/image232.wmf"/><Relationship Id="rId24" Type="http://schemas.openxmlformats.org/officeDocument/2006/relationships/image" Target="../media/image245.wmf"/><Relationship Id="rId5" Type="http://schemas.openxmlformats.org/officeDocument/2006/relationships/image" Target="../media/image226.wmf"/><Relationship Id="rId15" Type="http://schemas.openxmlformats.org/officeDocument/2006/relationships/image" Target="../media/image236.wmf"/><Relationship Id="rId23" Type="http://schemas.openxmlformats.org/officeDocument/2006/relationships/image" Target="../media/image244.wmf"/><Relationship Id="rId10" Type="http://schemas.openxmlformats.org/officeDocument/2006/relationships/image" Target="../media/image231.wmf"/><Relationship Id="rId19" Type="http://schemas.openxmlformats.org/officeDocument/2006/relationships/image" Target="../media/image240.wmf"/><Relationship Id="rId4" Type="http://schemas.openxmlformats.org/officeDocument/2006/relationships/image" Target="../media/image225.wmf"/><Relationship Id="rId9" Type="http://schemas.openxmlformats.org/officeDocument/2006/relationships/image" Target="../media/image230.wmf"/><Relationship Id="rId14" Type="http://schemas.openxmlformats.org/officeDocument/2006/relationships/image" Target="../media/image235.wmf"/><Relationship Id="rId22" Type="http://schemas.openxmlformats.org/officeDocument/2006/relationships/image" Target="../media/image243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3" Type="http://schemas.openxmlformats.org/officeDocument/2006/relationships/image" Target="../media/image249.wmf"/><Relationship Id="rId7" Type="http://schemas.openxmlformats.org/officeDocument/2006/relationships/image" Target="../media/image253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6" Type="http://schemas.openxmlformats.org/officeDocument/2006/relationships/image" Target="../media/image252.wmf"/><Relationship Id="rId5" Type="http://schemas.openxmlformats.org/officeDocument/2006/relationships/image" Target="../media/image251.wmf"/><Relationship Id="rId4" Type="http://schemas.openxmlformats.org/officeDocument/2006/relationships/image" Target="../media/image250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4" Type="http://schemas.openxmlformats.org/officeDocument/2006/relationships/image" Target="../media/image258.w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wmf"/><Relationship Id="rId1" Type="http://schemas.openxmlformats.org/officeDocument/2006/relationships/image" Target="../media/image263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265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4" Type="http://schemas.openxmlformats.org/officeDocument/2006/relationships/image" Target="../media/image269.w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wmf"/><Relationship Id="rId1" Type="http://schemas.openxmlformats.org/officeDocument/2006/relationships/image" Target="../media/image270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273.wmf"/><Relationship Id="rId1" Type="http://schemas.openxmlformats.org/officeDocument/2006/relationships/image" Target="../media/image272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wmf"/><Relationship Id="rId2" Type="http://schemas.openxmlformats.org/officeDocument/2006/relationships/image" Target="../media/image277.wmf"/><Relationship Id="rId1" Type="http://schemas.openxmlformats.org/officeDocument/2006/relationships/image" Target="../media/image276.wmf"/><Relationship Id="rId5" Type="http://schemas.openxmlformats.org/officeDocument/2006/relationships/image" Target="../media/image264.wmf"/><Relationship Id="rId4" Type="http://schemas.openxmlformats.org/officeDocument/2006/relationships/image" Target="../media/image279.wmf"/></Relationships>
</file>

<file path=ppt/drawings/_rels/vmlDrawing6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wmf"/><Relationship Id="rId1" Type="http://schemas.openxmlformats.org/officeDocument/2006/relationships/image" Target="../media/image280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273.wmf"/><Relationship Id="rId1" Type="http://schemas.openxmlformats.org/officeDocument/2006/relationships/image" Target="../media/image272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Relationship Id="rId4" Type="http://schemas.openxmlformats.org/officeDocument/2006/relationships/image" Target="../media/image296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wmf"/><Relationship Id="rId2" Type="http://schemas.openxmlformats.org/officeDocument/2006/relationships/image" Target="../media/image301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5" Type="http://schemas.openxmlformats.org/officeDocument/2006/relationships/image" Target="../media/image304.wmf"/><Relationship Id="rId4" Type="http://schemas.openxmlformats.org/officeDocument/2006/relationships/image" Target="../media/image303.wmf"/></Relationships>
</file>

<file path=ppt/drawings/_rels/vmlDrawing7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7.wmf"/><Relationship Id="rId1" Type="http://schemas.openxmlformats.org/officeDocument/2006/relationships/image" Target="../media/image306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wmf"/><Relationship Id="rId2" Type="http://schemas.openxmlformats.org/officeDocument/2006/relationships/image" Target="../media/image309.wmf"/><Relationship Id="rId1" Type="http://schemas.openxmlformats.org/officeDocument/2006/relationships/image" Target="../media/image308.wmf"/><Relationship Id="rId4" Type="http://schemas.openxmlformats.org/officeDocument/2006/relationships/image" Target="../media/image310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wmf"/><Relationship Id="rId2" Type="http://schemas.openxmlformats.org/officeDocument/2006/relationships/image" Target="../media/image275.wmf"/><Relationship Id="rId1" Type="http://schemas.openxmlformats.org/officeDocument/2006/relationships/image" Target="../media/image311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13" Type="http://schemas.openxmlformats.org/officeDocument/2006/relationships/image" Target="../media/image325.wmf"/><Relationship Id="rId3" Type="http://schemas.openxmlformats.org/officeDocument/2006/relationships/image" Target="../media/image315.wmf"/><Relationship Id="rId7" Type="http://schemas.openxmlformats.org/officeDocument/2006/relationships/image" Target="../media/image319.wmf"/><Relationship Id="rId12" Type="http://schemas.openxmlformats.org/officeDocument/2006/relationships/image" Target="../media/image324.wmf"/><Relationship Id="rId2" Type="http://schemas.openxmlformats.org/officeDocument/2006/relationships/image" Target="../media/image314.wmf"/><Relationship Id="rId16" Type="http://schemas.openxmlformats.org/officeDocument/2006/relationships/image" Target="../media/image328.wmf"/><Relationship Id="rId1" Type="http://schemas.openxmlformats.org/officeDocument/2006/relationships/image" Target="../media/image313.wmf"/><Relationship Id="rId6" Type="http://schemas.openxmlformats.org/officeDocument/2006/relationships/image" Target="../media/image318.wmf"/><Relationship Id="rId11" Type="http://schemas.openxmlformats.org/officeDocument/2006/relationships/image" Target="../media/image323.wmf"/><Relationship Id="rId5" Type="http://schemas.openxmlformats.org/officeDocument/2006/relationships/image" Target="../media/image317.wmf"/><Relationship Id="rId15" Type="http://schemas.openxmlformats.org/officeDocument/2006/relationships/image" Target="../media/image327.wmf"/><Relationship Id="rId10" Type="http://schemas.openxmlformats.org/officeDocument/2006/relationships/image" Target="../media/image322.wmf"/><Relationship Id="rId4" Type="http://schemas.openxmlformats.org/officeDocument/2006/relationships/image" Target="../media/image316.wmf"/><Relationship Id="rId9" Type="http://schemas.openxmlformats.org/officeDocument/2006/relationships/image" Target="../media/image321.wmf"/><Relationship Id="rId14" Type="http://schemas.openxmlformats.org/officeDocument/2006/relationships/image" Target="../media/image326.w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wmf"/><Relationship Id="rId2" Type="http://schemas.openxmlformats.org/officeDocument/2006/relationships/image" Target="../media/image330.wmf"/><Relationship Id="rId1" Type="http://schemas.openxmlformats.org/officeDocument/2006/relationships/image" Target="../media/image329.wmf"/><Relationship Id="rId4" Type="http://schemas.openxmlformats.org/officeDocument/2006/relationships/image" Target="../media/image332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3" Type="http://schemas.openxmlformats.org/officeDocument/2006/relationships/image" Target="../media/image335.wmf"/><Relationship Id="rId7" Type="http://schemas.openxmlformats.org/officeDocument/2006/relationships/image" Target="../media/image339.wmf"/><Relationship Id="rId2" Type="http://schemas.openxmlformats.org/officeDocument/2006/relationships/image" Target="../media/image334.wmf"/><Relationship Id="rId1" Type="http://schemas.openxmlformats.org/officeDocument/2006/relationships/image" Target="../media/image333.wmf"/><Relationship Id="rId6" Type="http://schemas.openxmlformats.org/officeDocument/2006/relationships/image" Target="../media/image338.wmf"/><Relationship Id="rId5" Type="http://schemas.openxmlformats.org/officeDocument/2006/relationships/image" Target="../media/image337.wmf"/><Relationship Id="rId4" Type="http://schemas.openxmlformats.org/officeDocument/2006/relationships/image" Target="../media/image336.wmf"/><Relationship Id="rId9" Type="http://schemas.openxmlformats.org/officeDocument/2006/relationships/image" Target="../media/image341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wmf"/><Relationship Id="rId2" Type="http://schemas.openxmlformats.org/officeDocument/2006/relationships/image" Target="../media/image343.wmf"/><Relationship Id="rId1" Type="http://schemas.openxmlformats.org/officeDocument/2006/relationships/image" Target="../media/image342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wmf"/><Relationship Id="rId2" Type="http://schemas.openxmlformats.org/officeDocument/2006/relationships/image" Target="../media/image346.wmf"/><Relationship Id="rId1" Type="http://schemas.openxmlformats.org/officeDocument/2006/relationships/image" Target="../media/image345.wmf"/><Relationship Id="rId5" Type="http://schemas.openxmlformats.org/officeDocument/2006/relationships/image" Target="../media/image349.wmf"/><Relationship Id="rId4" Type="http://schemas.openxmlformats.org/officeDocument/2006/relationships/image" Target="../media/image348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wmf"/><Relationship Id="rId2" Type="http://schemas.openxmlformats.org/officeDocument/2006/relationships/image" Target="../media/image351.wmf"/><Relationship Id="rId1" Type="http://schemas.openxmlformats.org/officeDocument/2006/relationships/image" Target="../media/image350.w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3.wmf"/></Relationships>
</file>

<file path=ppt/drawings/_rels/vmlDrawing8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wmf"/><Relationship Id="rId2" Type="http://schemas.openxmlformats.org/officeDocument/2006/relationships/image" Target="../media/image355.wmf"/><Relationship Id="rId1" Type="http://schemas.openxmlformats.org/officeDocument/2006/relationships/image" Target="../media/image354.wmf"/><Relationship Id="rId6" Type="http://schemas.openxmlformats.org/officeDocument/2006/relationships/image" Target="../media/image358.wmf"/><Relationship Id="rId5" Type="http://schemas.openxmlformats.org/officeDocument/2006/relationships/image" Target="../media/image2.wmf"/><Relationship Id="rId4" Type="http://schemas.openxmlformats.org/officeDocument/2006/relationships/image" Target="../media/image357.wmf"/></Relationships>
</file>

<file path=ppt/drawings/_rels/vmlDrawing8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wmf"/><Relationship Id="rId1" Type="http://schemas.openxmlformats.org/officeDocument/2006/relationships/image" Target="../media/image359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wmf"/><Relationship Id="rId2" Type="http://schemas.openxmlformats.org/officeDocument/2006/relationships/image" Target="../media/image361.wmf"/><Relationship Id="rId1" Type="http://schemas.openxmlformats.org/officeDocument/2006/relationships/image" Target="../media/image280.w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2.wmf"/></Relationships>
</file>

<file path=ppt/drawings/_rels/vmlDrawing8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5.wmf"/><Relationship Id="rId2" Type="http://schemas.openxmlformats.org/officeDocument/2006/relationships/image" Target="../media/image364.wmf"/><Relationship Id="rId1" Type="http://schemas.openxmlformats.org/officeDocument/2006/relationships/image" Target="../media/image363.wmf"/><Relationship Id="rId5" Type="http://schemas.openxmlformats.org/officeDocument/2006/relationships/image" Target="../media/image367.wmf"/><Relationship Id="rId4" Type="http://schemas.openxmlformats.org/officeDocument/2006/relationships/image" Target="../media/image366.wmf"/></Relationships>
</file>

<file path=ppt/drawings/_rels/vmlDrawing8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wmf"/><Relationship Id="rId2" Type="http://schemas.openxmlformats.org/officeDocument/2006/relationships/image" Target="../media/image369.wmf"/><Relationship Id="rId1" Type="http://schemas.openxmlformats.org/officeDocument/2006/relationships/image" Target="../media/image368.w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9.w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1.w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wmf"/><Relationship Id="rId2" Type="http://schemas.openxmlformats.org/officeDocument/2006/relationships/image" Target="../media/image373.wmf"/><Relationship Id="rId1" Type="http://schemas.openxmlformats.org/officeDocument/2006/relationships/image" Target="../media/image372.wmf"/><Relationship Id="rId4" Type="http://schemas.openxmlformats.org/officeDocument/2006/relationships/image" Target="../media/image360.wmf"/></Relationships>
</file>

<file path=ppt/drawings/_rels/vmlDrawing8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7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Relationship Id="rId4" Type="http://schemas.openxmlformats.org/officeDocument/2006/relationships/image" Target="../media/image378.wmf"/></Relationships>
</file>

<file path=ppt/drawings/_rels/vmlDrawing9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7.wmf"/><Relationship Id="rId1" Type="http://schemas.openxmlformats.org/officeDocument/2006/relationships/image" Target="../media/image379.wmf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0.wmf"/></Relationships>
</file>

<file path=ppt/drawings/_rels/vmlDrawing9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2.wmf"/><Relationship Id="rId1" Type="http://schemas.openxmlformats.org/officeDocument/2006/relationships/image" Target="../media/image381.wmf"/></Relationships>
</file>

<file path=ppt/drawings/_rels/vmlDrawing9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wmf"/><Relationship Id="rId2" Type="http://schemas.openxmlformats.org/officeDocument/2006/relationships/image" Target="../media/image384.wmf"/><Relationship Id="rId1" Type="http://schemas.openxmlformats.org/officeDocument/2006/relationships/image" Target="../media/image383.wmf"/><Relationship Id="rId5" Type="http://schemas.openxmlformats.org/officeDocument/2006/relationships/image" Target="../media/image387.wmf"/><Relationship Id="rId4" Type="http://schemas.openxmlformats.org/officeDocument/2006/relationships/image" Target="../media/image386.wmf"/></Relationships>
</file>

<file path=ppt/drawings/_rels/vmlDrawing9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6.wmf"/><Relationship Id="rId1" Type="http://schemas.openxmlformats.org/officeDocument/2006/relationships/image" Target="../media/image388.wmf"/></Relationships>
</file>

<file path=ppt/drawings/_rels/vmlDrawing9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wmf"/><Relationship Id="rId1" Type="http://schemas.openxmlformats.org/officeDocument/2006/relationships/image" Target="../media/image389.wmf"/></Relationships>
</file>

<file path=ppt/drawings/_rels/vmlDrawing9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3.wmf"/><Relationship Id="rId2" Type="http://schemas.openxmlformats.org/officeDocument/2006/relationships/image" Target="../media/image392.wmf"/><Relationship Id="rId1" Type="http://schemas.openxmlformats.org/officeDocument/2006/relationships/image" Target="../media/image391.wmf"/><Relationship Id="rId6" Type="http://schemas.openxmlformats.org/officeDocument/2006/relationships/image" Target="../media/image396.wmf"/><Relationship Id="rId5" Type="http://schemas.openxmlformats.org/officeDocument/2006/relationships/image" Target="../media/image395.wmf"/><Relationship Id="rId4" Type="http://schemas.openxmlformats.org/officeDocument/2006/relationships/image" Target="../media/image394.w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9.wmf"/><Relationship Id="rId2" Type="http://schemas.openxmlformats.org/officeDocument/2006/relationships/image" Target="../media/image398.wmf"/><Relationship Id="rId1" Type="http://schemas.openxmlformats.org/officeDocument/2006/relationships/image" Target="../media/image397.wmf"/></Relationships>
</file>

<file path=ppt/drawings/_rels/vmlDrawing9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wmf"/><Relationship Id="rId1" Type="http://schemas.openxmlformats.org/officeDocument/2006/relationships/image" Target="../media/image400.w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4.wmf"/><Relationship Id="rId2" Type="http://schemas.openxmlformats.org/officeDocument/2006/relationships/image" Target="../media/image403.wmf"/><Relationship Id="rId1" Type="http://schemas.openxmlformats.org/officeDocument/2006/relationships/image" Target="../media/image402.wmf"/><Relationship Id="rId4" Type="http://schemas.openxmlformats.org/officeDocument/2006/relationships/image" Target="../media/image391.wmf"/></Relationships>
</file>

<file path=ppt/drawings/_rels/vmlDrawing10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7.wmf"/><Relationship Id="rId2" Type="http://schemas.openxmlformats.org/officeDocument/2006/relationships/image" Target="../media/image406.wmf"/><Relationship Id="rId1" Type="http://schemas.openxmlformats.org/officeDocument/2006/relationships/image" Target="../media/image405.wmf"/></Relationships>
</file>

<file path=ppt/drawings/_rels/vmlDrawing10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wmf"/><Relationship Id="rId2" Type="http://schemas.openxmlformats.org/officeDocument/2006/relationships/image" Target="../media/image409.wmf"/><Relationship Id="rId1" Type="http://schemas.openxmlformats.org/officeDocument/2006/relationships/image" Target="../media/image408.wmf"/><Relationship Id="rId4" Type="http://schemas.openxmlformats.org/officeDocument/2006/relationships/image" Target="../media/image411.wmf"/></Relationships>
</file>

<file path=ppt/drawings/_rels/vmlDrawing10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4.wmf"/><Relationship Id="rId2" Type="http://schemas.openxmlformats.org/officeDocument/2006/relationships/image" Target="../media/image413.wmf"/><Relationship Id="rId1" Type="http://schemas.openxmlformats.org/officeDocument/2006/relationships/image" Target="../media/image412.wmf"/><Relationship Id="rId5" Type="http://schemas.openxmlformats.org/officeDocument/2006/relationships/image" Target="../media/image416.wmf"/><Relationship Id="rId4" Type="http://schemas.openxmlformats.org/officeDocument/2006/relationships/image" Target="../media/image415.wmf"/></Relationships>
</file>

<file path=ppt/drawings/_rels/vmlDrawing10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5.wmf"/><Relationship Id="rId2" Type="http://schemas.openxmlformats.org/officeDocument/2006/relationships/image" Target="../media/image414.wmf"/><Relationship Id="rId1" Type="http://schemas.openxmlformats.org/officeDocument/2006/relationships/image" Target="../media/image417.wmf"/><Relationship Id="rId4" Type="http://schemas.openxmlformats.org/officeDocument/2006/relationships/image" Target="../media/image418.wmf"/></Relationships>
</file>

<file path=ppt/drawings/_rels/vmlDrawing10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wmf"/><Relationship Id="rId1" Type="http://schemas.openxmlformats.org/officeDocument/2006/relationships/image" Target="../media/image419.wmf"/></Relationships>
</file>

<file path=ppt/drawings/_rels/vmlDrawing10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3.wmf"/><Relationship Id="rId2" Type="http://schemas.openxmlformats.org/officeDocument/2006/relationships/image" Target="../media/image422.wmf"/><Relationship Id="rId1" Type="http://schemas.openxmlformats.org/officeDocument/2006/relationships/image" Target="../media/image421.wmf"/><Relationship Id="rId4" Type="http://schemas.openxmlformats.org/officeDocument/2006/relationships/image" Target="../media/image424.wmf"/></Relationships>
</file>

<file path=ppt/drawings/_rels/vmlDrawing10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6.wmf"/><Relationship Id="rId1" Type="http://schemas.openxmlformats.org/officeDocument/2006/relationships/image" Target="../media/image425.wmf"/></Relationships>
</file>

<file path=ppt/drawings/_rels/vmlDrawing10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8.wmf"/><Relationship Id="rId1" Type="http://schemas.openxmlformats.org/officeDocument/2006/relationships/image" Target="../media/image427.wmf"/></Relationships>
</file>

<file path=ppt/drawings/_rels/vmlDrawing10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wmf"/><Relationship Id="rId2" Type="http://schemas.openxmlformats.org/officeDocument/2006/relationships/image" Target="../media/image430.wmf"/><Relationship Id="rId1" Type="http://schemas.openxmlformats.org/officeDocument/2006/relationships/image" Target="../media/image429.wmf"/><Relationship Id="rId6" Type="http://schemas.openxmlformats.org/officeDocument/2006/relationships/image" Target="../media/image434.wmf"/><Relationship Id="rId5" Type="http://schemas.openxmlformats.org/officeDocument/2006/relationships/image" Target="../media/image433.wmf"/><Relationship Id="rId4" Type="http://schemas.openxmlformats.org/officeDocument/2006/relationships/image" Target="../media/image432.wmf"/></Relationships>
</file>

<file path=ppt/drawings/_rels/vmlDrawing10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5.wmf"/><Relationship Id="rId1" Type="http://schemas.openxmlformats.org/officeDocument/2006/relationships/image" Target="../media/image406.wmf"/></Relationships>
</file>

<file path=ppt/drawings/_rels/vmlDrawing1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7.wmf"/><Relationship Id="rId1" Type="http://schemas.openxmlformats.org/officeDocument/2006/relationships/image" Target="../media/image436.wmf"/></Relationships>
</file>

<file path=ppt/drawings/_rels/vmlDrawing1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wmf"/><Relationship Id="rId2" Type="http://schemas.openxmlformats.org/officeDocument/2006/relationships/image" Target="../media/image439.wmf"/><Relationship Id="rId1" Type="http://schemas.openxmlformats.org/officeDocument/2006/relationships/image" Target="../media/image438.wmf"/><Relationship Id="rId4" Type="http://schemas.openxmlformats.org/officeDocument/2006/relationships/image" Target="../media/image441.wmf"/></Relationships>
</file>

<file path=ppt/drawings/_rels/vmlDrawing1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wmf"/><Relationship Id="rId2" Type="http://schemas.openxmlformats.org/officeDocument/2006/relationships/image" Target="../media/image444.wmf"/><Relationship Id="rId1" Type="http://schemas.openxmlformats.org/officeDocument/2006/relationships/image" Target="../media/image443.wmf"/><Relationship Id="rId5" Type="http://schemas.openxmlformats.org/officeDocument/2006/relationships/image" Target="../media/image447.wmf"/><Relationship Id="rId4" Type="http://schemas.openxmlformats.org/officeDocument/2006/relationships/image" Target="../media/image446.wmf"/></Relationships>
</file>

<file path=ppt/drawings/_rels/vmlDrawing1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wmf"/><Relationship Id="rId2" Type="http://schemas.openxmlformats.org/officeDocument/2006/relationships/image" Target="../media/image449.wmf"/><Relationship Id="rId1" Type="http://schemas.openxmlformats.org/officeDocument/2006/relationships/image" Target="../media/image448.wmf"/></Relationships>
</file>

<file path=ppt/drawings/_rels/vmlDrawing1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wmf"/><Relationship Id="rId1" Type="http://schemas.openxmlformats.org/officeDocument/2006/relationships/image" Target="../media/image451.wmf"/></Relationships>
</file>

<file path=ppt/drawings/_rels/vmlDrawing1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5.wmf"/><Relationship Id="rId1" Type="http://schemas.openxmlformats.org/officeDocument/2006/relationships/image" Target="../media/image454.wmf"/></Relationships>
</file>

<file path=ppt/drawings/_rels/vmlDrawing1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8.wmf"/><Relationship Id="rId2" Type="http://schemas.openxmlformats.org/officeDocument/2006/relationships/image" Target="../media/image457.wmf"/><Relationship Id="rId1" Type="http://schemas.openxmlformats.org/officeDocument/2006/relationships/image" Target="../media/image456.wmf"/></Relationships>
</file>

<file path=ppt/drawings/_rels/vmlDrawing1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wmf"/><Relationship Id="rId2" Type="http://schemas.openxmlformats.org/officeDocument/2006/relationships/image" Target="../media/image460.wmf"/><Relationship Id="rId1" Type="http://schemas.openxmlformats.org/officeDocument/2006/relationships/image" Target="../media/image459.wmf"/><Relationship Id="rId5" Type="http://schemas.openxmlformats.org/officeDocument/2006/relationships/image" Target="../media/image463.wmf"/><Relationship Id="rId4" Type="http://schemas.openxmlformats.org/officeDocument/2006/relationships/image" Target="../media/image462.wmf"/></Relationships>
</file>

<file path=ppt/drawings/_rels/vmlDrawing1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4.wmf"/><Relationship Id="rId1" Type="http://schemas.openxmlformats.org/officeDocument/2006/relationships/image" Target="../media/image451.wmf"/></Relationships>
</file>

<file path=ppt/drawings/_rels/vmlDrawing1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5.wmf"/><Relationship Id="rId1" Type="http://schemas.openxmlformats.org/officeDocument/2006/relationships/image" Target="../media/image454.wmf"/></Relationships>
</file>

<file path=ppt/drawings/_rels/vmlDrawing1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8.wmf"/><Relationship Id="rId2" Type="http://schemas.openxmlformats.org/officeDocument/2006/relationships/image" Target="../media/image466.wmf"/><Relationship Id="rId1" Type="http://schemas.openxmlformats.org/officeDocument/2006/relationships/image" Target="../media/image4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39193" cy="47420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03422" y="0"/>
            <a:ext cx="3139193" cy="47420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977133"/>
            <a:ext cx="3139193" cy="47420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r>
              <a:rPr lang="zh-CN" altLang="en-US"/>
              <a:t>4-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03422" y="8977133"/>
            <a:ext cx="3139193" cy="47420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>
            <a:lvl1pPr algn="l" defTabSz="9334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4150" y="0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>
            <a:lvl1pPr algn="r" defTabSz="9334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0150" y="696913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800" y="4416425"/>
            <a:ext cx="5168900" cy="418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b" anchorCtr="0" compatLnSpc="1"/>
          <a:lstStyle>
            <a:lvl1pPr algn="l" defTabSz="9334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4-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4150" y="8831263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b" anchorCtr="0" compatLnSpc="1"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‹#›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4FC914-3710-4BA8-9C55-6F8A440660B0}" type="slidenum">
              <a:rPr lang="zh-CN" altLang="en-US" smtClean="0"/>
              <a:pPr/>
              <a:t>2</a:t>
            </a:fld>
            <a:endParaRPr lang="en-US" altLang="zh-CN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7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12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/>
            <a:r>
              <a:rPr lang="zh-CN" altLang="en-US" dirty="0"/>
              <a:t>但一般情况下，非线性代数方程组很难求解</a:t>
            </a:r>
            <a:r>
              <a:rPr lang="en-US" altLang="zh-CN" dirty="0"/>
              <a:t>,</a:t>
            </a:r>
            <a:r>
              <a:rPr lang="zh-CN" altLang="en-US" dirty="0"/>
              <a:t>所以我们需要其它的办法来构造数值积分公式。 下一节，就给出了一种构造方法。</a:t>
            </a:r>
          </a:p>
          <a:p>
            <a:pPr lvl="0"/>
            <a:r>
              <a:rPr lang="zh-CN" altLang="en-US" dirty="0"/>
              <a:t>应该指出此非线性代数方程组可以借助正交多项式的理论来计算，从而导出</a:t>
            </a:r>
            <a:r>
              <a:rPr lang="en-US" altLang="zh-CN" dirty="0"/>
              <a:t>GUASS</a:t>
            </a:r>
            <a:r>
              <a:rPr lang="zh-CN" altLang="en-US" dirty="0"/>
              <a:t>数值积分公式。见第五节。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29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39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40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41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42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43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46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47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48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49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59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/>
            <a:endParaRPr lang="zh-CN" altLang="en-US" dirty="0"/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60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61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62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32" tIns="45717" rIns="91432" bIns="45717" anchor="b" anchorCtr="0"/>
          <a:lstStyle/>
          <a:p>
            <a:pPr lvl="0" algn="r" defTabSz="914400"/>
            <a:fld id="{9A0DB2DC-4C9A-4742-B13C-FB6460FD3503}" type="slidenum"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lvl="0" algn="r" defTabSz="914400"/>
              <a:t>70</a:t>
            </a:fld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32" tIns="45717" rIns="91432" bIns="45717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32" tIns="45717" rIns="91432" bIns="45717" anchor="b" anchorCtr="0"/>
          <a:lstStyle/>
          <a:p>
            <a:pPr lvl="0" algn="r" defTabSz="914400"/>
            <a:fld id="{9A0DB2DC-4C9A-4742-B13C-FB6460FD3503}" type="slidenum"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lvl="0" algn="r" defTabSz="914400"/>
              <a:t>71</a:t>
            </a:fld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32" tIns="45717" rIns="91432" bIns="45717" anchor="t" anchorCtr="0"/>
          <a:lstStyle/>
          <a:p>
            <a:pPr lvl="0"/>
            <a:r>
              <a:rPr lang="zh-CN" altLang="en-US"/>
              <a:t>当</a:t>
            </a:r>
            <a:r>
              <a:rPr lang="en-US" altLang="zh-CN"/>
              <a:t>n→∞</a:t>
            </a:r>
            <a:r>
              <a:rPr lang="zh-CN" altLang="en-US"/>
              <a:t>时，</a:t>
            </a:r>
            <a:r>
              <a:rPr lang="en-US" altLang="zh-CN"/>
              <a:t>L</a:t>
            </a:r>
            <a:r>
              <a:rPr lang="en-US" altLang="zh-CN" baseline="-25000"/>
              <a:t>n</a:t>
            </a:r>
            <a:r>
              <a:rPr lang="en-US" altLang="zh-CN"/>
              <a:t>(x) </a:t>
            </a:r>
            <a:r>
              <a:rPr lang="zh-CN" altLang="en-US"/>
              <a:t>仅在</a:t>
            </a:r>
            <a:r>
              <a:rPr lang="en-US" altLang="zh-CN"/>
              <a:t>|x|</a:t>
            </a:r>
            <a:r>
              <a:rPr lang="zh-CN" altLang="en-US"/>
              <a:t>≤</a:t>
            </a:r>
            <a:r>
              <a:rPr lang="en-US" altLang="zh-CN"/>
              <a:t>3.63</a:t>
            </a:r>
            <a:r>
              <a:rPr lang="zh-CN" altLang="en-US"/>
              <a:t>内收敛于</a:t>
            </a:r>
            <a:r>
              <a:rPr lang="en-US" altLang="zh-CN"/>
              <a:t>f(x)</a:t>
            </a:r>
            <a:r>
              <a:rPr lang="zh-CN" altLang="en-US"/>
              <a:t>，在此区间外发散。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75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76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77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sz="1400" dirty="0">
                <a:ea typeface="黑体" panose="02010609060101010101" pitchFamily="49" charset="-122"/>
              </a:rPr>
              <a:t>注意：本节讨论插值型的数值积分公式，</a:t>
            </a:r>
            <a:r>
              <a:rPr lang="en-US" altLang="zh-CN" sz="1400" dirty="0">
                <a:ea typeface="黑体" panose="02010609060101010101" pitchFamily="49" charset="-122"/>
              </a:rPr>
              <a:t>Ak</a:t>
            </a:r>
            <a:r>
              <a:rPr lang="zh-CN" altLang="en-US" sz="1400" dirty="0">
                <a:ea typeface="黑体" panose="02010609060101010101" pitchFamily="49" charset="-122"/>
              </a:rPr>
              <a:t>与</a:t>
            </a:r>
            <a:r>
              <a:rPr lang="en-US" altLang="zh-CN" sz="1400" dirty="0">
                <a:ea typeface="黑体" panose="02010609060101010101" pitchFamily="49" charset="-122"/>
              </a:rPr>
              <a:t>xk</a:t>
            </a:r>
            <a:r>
              <a:rPr lang="zh-CN" altLang="en-US" sz="1400" dirty="0">
                <a:ea typeface="黑体" panose="02010609060101010101" pitchFamily="49" charset="-122"/>
              </a:rPr>
              <a:t>有关系，若不是插值型的数值积分公式，也有类似的</a:t>
            </a:r>
            <a:r>
              <a:rPr lang="zh-CN" altLang="en-US" dirty="0"/>
              <a:t>非线性方程组，见第一节的讨论。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前面讨论的</a:t>
            </a:r>
            <a:r>
              <a:rPr lang="en-US" altLang="zh-CN" dirty="0"/>
              <a:t>Newton-Cotes </a:t>
            </a:r>
            <a:r>
              <a:rPr lang="zh-CN" altLang="en-US" dirty="0"/>
              <a:t>公式是等距节点，即</a:t>
            </a:r>
            <a:r>
              <a:rPr lang="en-US" altLang="zh-CN" dirty="0"/>
              <a:t>xk</a:t>
            </a:r>
            <a:r>
              <a:rPr lang="zh-CN" altLang="en-US" dirty="0"/>
              <a:t>可以事先确定，这样</a:t>
            </a:r>
            <a:r>
              <a:rPr lang="en-US" altLang="zh-CN" dirty="0"/>
              <a:t>Ak</a:t>
            </a:r>
            <a:r>
              <a:rPr lang="zh-CN" altLang="en-US" dirty="0"/>
              <a:t>的确定就容易了。现在取消节点的限制，一起来确定</a:t>
            </a:r>
            <a:r>
              <a:rPr lang="en-US" altLang="zh-CN" dirty="0">
                <a:ea typeface="黑体" panose="02010609060101010101" pitchFamily="49" charset="-122"/>
              </a:rPr>
              <a:t>Ak</a:t>
            </a:r>
            <a:r>
              <a:rPr lang="zh-CN" altLang="en-US" dirty="0">
                <a:ea typeface="黑体" panose="02010609060101010101" pitchFamily="49" charset="-122"/>
              </a:rPr>
              <a:t>与</a:t>
            </a:r>
            <a:r>
              <a:rPr lang="en-US" altLang="zh-CN" dirty="0">
                <a:ea typeface="黑体" panose="02010609060101010101" pitchFamily="49" charset="-122"/>
              </a:rPr>
              <a:t>xk</a:t>
            </a:r>
            <a:r>
              <a:rPr lang="zh-CN" altLang="en-US" dirty="0">
                <a:ea typeface="黑体" panose="02010609060101010101" pitchFamily="49" charset="-122"/>
              </a:rPr>
              <a:t>。</a:t>
            </a:r>
            <a:endParaRPr lang="en-US" altLang="zh-CN" dirty="0">
              <a:ea typeface="黑体" panose="02010609060101010101" pitchFamily="49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黑体" panose="02010609060101010101" pitchFamily="49" charset="-122"/>
              </a:rPr>
              <a:t>先来看看这类公式代数精度到底是多少。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endParaRPr lang="zh-CN" altLang="en-US" sz="1400" dirty="0">
              <a:ea typeface="黑体" panose="02010609060101010101" pitchFamily="49" charset="-122"/>
            </a:endParaRPr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78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79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80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 eaLnBrk="1" hangingPunct="1"/>
            <a:r>
              <a:rPr lang="zh-CN" altLang="en-US" dirty="0"/>
              <a:t>为了避开求解非线性方程组，可以利用正交多项式，先确定</a:t>
            </a:r>
            <a:r>
              <a:rPr lang="en-US" altLang="zh-CN" dirty="0"/>
              <a:t>Gauss</a:t>
            </a:r>
            <a:r>
              <a:rPr lang="zh-CN" altLang="en-US" dirty="0"/>
              <a:t>点。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81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82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86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87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 eaLnBrk="1" hangingPunct="1"/>
            <a:r>
              <a:rPr lang="zh-CN" altLang="en-US" dirty="0"/>
              <a:t>为了避开求解非线性方程组，可以利用正交多项式，先确定</a:t>
            </a:r>
            <a:r>
              <a:rPr lang="en-US" altLang="zh-CN" dirty="0"/>
              <a:t>Gauss</a:t>
            </a:r>
            <a:r>
              <a:rPr lang="zh-CN" altLang="en-US" dirty="0"/>
              <a:t>点。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89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90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>
              <a:spcBef>
                <a:spcPct val="0"/>
              </a:spcBef>
              <a:buClr>
                <a:schemeClr val="accent2"/>
              </a:buClr>
              <a:buFont typeface="ZapfDingbats" pitchFamily="82" charset="2"/>
              <a:buChar char="•"/>
            </a:pPr>
            <a:r>
              <a:rPr lang="en-US" altLang="zh-CN" dirty="0"/>
              <a:t>Gauss-Legendre </a:t>
            </a:r>
            <a:r>
              <a:rPr lang="zh-CN" altLang="zh-CN" dirty="0"/>
              <a:t>求积公式的求积系数由下式确定</a:t>
            </a:r>
            <a:endParaRPr lang="zh-CN" altLang="en-US" dirty="0"/>
          </a:p>
          <a:p>
            <a:pPr lvl="0" eaLnBrk="1" hangingPunct="1">
              <a:buChar char="•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99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4" name="备注占位符 2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/>
            <a:endParaRPr lang="zh-CN" altLang="en-US" dirty="0"/>
          </a:p>
        </p:txBody>
      </p:sp>
      <p:sp>
        <p:nvSpPr>
          <p:cNvPr id="901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105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2" name="备注占位符 2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/>
            <a:endParaRPr lang="zh-CN" altLang="en-US" dirty="0"/>
          </a:p>
        </p:txBody>
      </p:sp>
      <p:sp>
        <p:nvSpPr>
          <p:cNvPr id="921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106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108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109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58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6259" name="Rectangle 3"/>
          <p:cNvSpPr>
            <a:spLocks noGrp="1"/>
          </p:cNvSpPr>
          <p:nvPr>
            <p:ph type="body"/>
          </p:nvPr>
        </p:nvSpPr>
        <p:spPr>
          <a:xfrm>
            <a:off x="939800" y="4418013"/>
            <a:ext cx="5168900" cy="418147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07" tIns="45704" rIns="91407" bIns="45704" anchor="t"/>
          <a:lstStyle/>
          <a:p>
            <a:pPr lvl="0" eaLnBrk="1" hangingPunct="1"/>
            <a:endParaRPr lang="fr-FR" altLang="en-US" dirty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110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6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8307" name="Rectangle 3"/>
          <p:cNvSpPr>
            <a:spLocks noGrp="1"/>
          </p:cNvSpPr>
          <p:nvPr>
            <p:ph type="body"/>
          </p:nvPr>
        </p:nvSpPr>
        <p:spPr>
          <a:xfrm>
            <a:off x="939800" y="4418013"/>
            <a:ext cx="5168900" cy="418147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07" tIns="45704" rIns="91407" bIns="45704" anchor="t"/>
          <a:lstStyle/>
          <a:p>
            <a:pPr lvl="0" eaLnBrk="1" hangingPunct="1"/>
            <a:endParaRPr lang="fr-FR" altLang="en-US" dirty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111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112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113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114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4FC914-3710-4BA8-9C55-6F8A440660B0}" type="slidenum">
              <a:rPr lang="zh-CN" altLang="en-US" smtClean="0"/>
              <a:pPr/>
              <a:t>115</a:t>
            </a:fld>
            <a:endParaRPr lang="en-US" altLang="zh-CN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116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6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3427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3397" tIns="46698" rIns="93397" bIns="46698" anchor="t"/>
          <a:lstStyle/>
          <a:p>
            <a:pPr lvl="0" eaLnBrk="1" hangingPunct="1"/>
            <a:r>
              <a:rPr lang="zh-CN" altLang="en-US" dirty="0"/>
              <a:t>也是连续问题离散化的基础，差分法。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117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74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5475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3397" tIns="46698" rIns="93397" bIns="46698" anchor="t"/>
          <a:lstStyle/>
          <a:p>
            <a:pPr lvl="0" eaLnBrk="1" hangingPunct="1"/>
            <a:r>
              <a:rPr lang="en-US" altLang="zh-CN" dirty="0"/>
              <a:t>\[</a:t>
            </a:r>
          </a:p>
          <a:p>
            <a:pPr lvl="0" eaLnBrk="1" hangingPunct="1"/>
            <a:r>
              <a:rPr lang="en-US" altLang="zh-CN" dirty="0"/>
              <a:t>f(x) = \exp (x)</a:t>
            </a:r>
          </a:p>
          <a:p>
            <a:pPr lvl="0" eaLnBrk="1" hangingPunct="1"/>
            <a:r>
              <a:rPr lang="en-US" altLang="zh-CN" dirty="0"/>
              <a:t>\]</a:t>
            </a:r>
          </a:p>
          <a:p>
            <a:pPr lvl="0" eaLnBrk="1" hangingPunct="1"/>
            <a:r>
              <a:rPr lang="en-US" altLang="zh-CN" sz="1400" dirty="0"/>
              <a:t>$f(x) = \exp (x)$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118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2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7523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3397" tIns="46698" rIns="93397" bIns="46698" anchor="t"/>
          <a:lstStyle/>
          <a:p>
            <a:pPr lvl="0" eaLnBrk="1" hangingPunct="1"/>
            <a:r>
              <a:rPr lang="zh-CN" altLang="en-US" dirty="0"/>
              <a:t>误差估计式中含有不确定函数</a:t>
            </a:r>
            <a:r>
              <a:rPr lang="en-US" altLang="zh-CN" dirty="0"/>
              <a:t>$</a:t>
            </a:r>
            <a:r>
              <a:rPr lang="en-US" altLang="zh-CN" sz="3300" dirty="0"/>
              <a:t>\xi (x)$</a:t>
            </a:r>
            <a:r>
              <a:rPr lang="zh-CN" altLang="en-US" sz="3300" dirty="0"/>
              <a:t>的导数</a:t>
            </a:r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119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 eaLnBrk="1" hangingPunct="1"/>
            <a:r>
              <a:rPr lang="zh-CN" altLang="en-US" dirty="0"/>
              <a:t>所以在讨论数值微分公式时，仅在节点处估计它的数值导数。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128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397" tIns="46698" rIns="93397" bIns="46698" anchor="b"/>
          <a:lstStyle/>
          <a:p>
            <a:pPr lvl="0" algn="r" defTabSz="933450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pPr lvl="0" algn="r" defTabSz="933450"/>
              <a:t>129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/>
          <a:lstStyle/>
          <a:p>
            <a:pPr lvl="0" eaLnBrk="1" hangingPunct="1"/>
            <a:r>
              <a:rPr lang="zh-CN" altLang="en-US" b="1" dirty="0"/>
              <a:t>前面，利用</a:t>
            </a:r>
            <a:r>
              <a:rPr lang="en-US" altLang="zh-CN" b="1" dirty="0"/>
              <a:t>Lagrange</a:t>
            </a:r>
            <a:r>
              <a:rPr lang="zh-CN" altLang="en-US" b="1" dirty="0"/>
              <a:t>插值多项式，进行数值导数的计算，一般只针对节点构造数值微分公式。对于非节点处的导数计算，往往由于误差难以估计而放弃。这是利用</a:t>
            </a:r>
            <a:r>
              <a:rPr lang="en-US" altLang="zh-CN" b="1" dirty="0"/>
              <a:t>Lagrange</a:t>
            </a:r>
            <a:r>
              <a:rPr lang="zh-CN" altLang="en-US" b="1" dirty="0"/>
              <a:t>插值多项式构造数值公式的缺点。对于非节点处的导数计算，需要其它方法。这一部分讨论用样条插值函数来近似计算数值导数。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131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132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133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134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135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136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137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139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defTabSz="933450" fontAlgn="base">
                <a:buNone/>
              </a:pPr>
              <a:t>150</a:t>
            </a:fld>
            <a:endParaRPr lang="zh-CN" altLang="en-US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339850"/>
            <a:ext cx="3810000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339850"/>
            <a:ext cx="3810000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75860B-93E9-4553-AE14-348028CE2309}" type="slidenum">
              <a:rPr lang="zh-CN" altLang="en-US" smtClean="0"/>
              <a:pPr/>
              <a:t>‹#›</a:t>
            </a:fld>
            <a:r>
              <a:rPr lang="en-US" altLang="zh-CN" smtClean="0"/>
              <a:t>1111111111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3400" y="228600"/>
            <a:ext cx="7772400" cy="601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fontAlgn="base">
              <a:defRPr/>
            </a:pPr>
            <a:r>
              <a:rPr lang="en-US" altLang="zh-CN" strike="noStrike" noProof="1">
                <a:latin typeface="+mn-lt"/>
                <a:ea typeface="宋体" panose="02010600030101010101" pitchFamily="2" charset="-122"/>
                <a:cs typeface="+mn-cs"/>
              </a:rPr>
              <a:t>4: </a:t>
            </a:r>
            <a:r>
              <a:rPr lang="zh-CN" altLang="en-US" strike="noStrike" noProof="1">
                <a:latin typeface="+mn-lt"/>
                <a:ea typeface="宋体" panose="02010600030101010101" pitchFamily="2" charset="-122"/>
                <a:cs typeface="+mn-cs"/>
              </a:rPr>
              <a:t>函数的插值</a:t>
            </a:r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8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fontAlgn="base">
              <a:defRPr/>
            </a:pPr>
            <a:r>
              <a:rPr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4-</a:t>
            </a:r>
            <a:fld id="{F8DC70A8-EB74-43A5-B144-C135D0F85622}" type="slidenum">
              <a:rPr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fontAlgn="base">
                <a:defRPr/>
              </a:p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7153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33400" y="1339850"/>
            <a:ext cx="7772400" cy="49085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 indent="-285750"/>
            <a:r>
              <a:rPr lang="en-US" altLang="zh-CN" dirty="0"/>
              <a:t>Second level</a:t>
            </a:r>
          </a:p>
          <a:p>
            <a:pPr lvl="2" indent="-228600"/>
            <a:r>
              <a:rPr lang="en-US" altLang="zh-CN" dirty="0"/>
              <a:t>Third level</a:t>
            </a:r>
          </a:p>
          <a:p>
            <a:pPr lvl="3" indent="-228600"/>
            <a:r>
              <a:rPr lang="en-US" altLang="zh-CN" dirty="0"/>
              <a:t>Fourth level</a:t>
            </a:r>
          </a:p>
          <a:p>
            <a:pPr lvl="4" indent="-228600"/>
            <a:r>
              <a:rPr lang="en-US" altLang="zh-CN" dirty="0"/>
              <a:t>Fifth level</a:t>
            </a:r>
          </a:p>
        </p:txBody>
      </p:sp>
      <p:sp>
        <p:nvSpPr>
          <p:cNvPr id="5" name="灯片编号占位符 3"/>
          <p:cNvSpPr txBox="1"/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75860B-93E9-4553-AE14-348028CE23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数值积分与数值微分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-</a:t>
            </a:r>
            <a:fld id="{E4C9B6FB-0C10-4549-97B8-400D40A4CF6E}" type="slidenum"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4.bin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oleObject" Target="../embeddings/oleObject50.bin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63.bin"/><Relationship Id="rId39" Type="http://schemas.openxmlformats.org/officeDocument/2006/relationships/oleObject" Target="../embeddings/oleObject76.bin"/><Relationship Id="rId3" Type="http://schemas.openxmlformats.org/officeDocument/2006/relationships/notesSlide" Target="../notesSlides/notesSlide17.xml"/><Relationship Id="rId21" Type="http://schemas.openxmlformats.org/officeDocument/2006/relationships/oleObject" Target="../embeddings/oleObject58.bin"/><Relationship Id="rId34" Type="http://schemas.openxmlformats.org/officeDocument/2006/relationships/oleObject" Target="../embeddings/oleObject71.bin"/><Relationship Id="rId42" Type="http://schemas.openxmlformats.org/officeDocument/2006/relationships/oleObject" Target="../embeddings/oleObject79.bin"/><Relationship Id="rId47" Type="http://schemas.openxmlformats.org/officeDocument/2006/relationships/oleObject" Target="../embeddings/oleObject84.bin"/><Relationship Id="rId7" Type="http://schemas.openxmlformats.org/officeDocument/2006/relationships/oleObject" Target="../embeddings/oleObject44.bin"/><Relationship Id="rId12" Type="http://schemas.openxmlformats.org/officeDocument/2006/relationships/oleObject" Target="../embeddings/oleObject49.bin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62.bin"/><Relationship Id="rId33" Type="http://schemas.openxmlformats.org/officeDocument/2006/relationships/oleObject" Target="../embeddings/oleObject70.bin"/><Relationship Id="rId38" Type="http://schemas.openxmlformats.org/officeDocument/2006/relationships/oleObject" Target="../embeddings/oleObject75.bin"/><Relationship Id="rId46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7.bin"/><Relationship Id="rId29" Type="http://schemas.openxmlformats.org/officeDocument/2006/relationships/oleObject" Target="../embeddings/oleObject66.bin"/><Relationship Id="rId41" Type="http://schemas.openxmlformats.org/officeDocument/2006/relationships/oleObject" Target="../embeddings/oleObject78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3.bin"/><Relationship Id="rId11" Type="http://schemas.openxmlformats.org/officeDocument/2006/relationships/oleObject" Target="../embeddings/oleObject48.bin"/><Relationship Id="rId24" Type="http://schemas.openxmlformats.org/officeDocument/2006/relationships/oleObject" Target="../embeddings/oleObject61.bin"/><Relationship Id="rId32" Type="http://schemas.openxmlformats.org/officeDocument/2006/relationships/oleObject" Target="../embeddings/oleObject69.bin"/><Relationship Id="rId37" Type="http://schemas.openxmlformats.org/officeDocument/2006/relationships/oleObject" Target="../embeddings/oleObject74.bin"/><Relationship Id="rId40" Type="http://schemas.openxmlformats.org/officeDocument/2006/relationships/oleObject" Target="../embeddings/oleObject77.bin"/><Relationship Id="rId45" Type="http://schemas.openxmlformats.org/officeDocument/2006/relationships/oleObject" Target="../embeddings/oleObject82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60.bin"/><Relationship Id="rId28" Type="http://schemas.openxmlformats.org/officeDocument/2006/relationships/oleObject" Target="../embeddings/oleObject65.bin"/><Relationship Id="rId36" Type="http://schemas.openxmlformats.org/officeDocument/2006/relationships/oleObject" Target="../embeddings/oleObject73.bin"/><Relationship Id="rId10" Type="http://schemas.openxmlformats.org/officeDocument/2006/relationships/oleObject" Target="../embeddings/oleObject47.bin"/><Relationship Id="rId19" Type="http://schemas.openxmlformats.org/officeDocument/2006/relationships/oleObject" Target="../embeddings/oleObject56.bin"/><Relationship Id="rId31" Type="http://schemas.openxmlformats.org/officeDocument/2006/relationships/oleObject" Target="../embeddings/oleObject68.bin"/><Relationship Id="rId44" Type="http://schemas.openxmlformats.org/officeDocument/2006/relationships/oleObject" Target="../embeddings/oleObject81.bin"/><Relationship Id="rId4" Type="http://schemas.openxmlformats.org/officeDocument/2006/relationships/oleObject" Target="../embeddings/oleObject41.bin"/><Relationship Id="rId9" Type="http://schemas.openxmlformats.org/officeDocument/2006/relationships/oleObject" Target="../embeddings/oleObject46.bin"/><Relationship Id="rId14" Type="http://schemas.openxmlformats.org/officeDocument/2006/relationships/oleObject" Target="../embeddings/oleObject51.bin"/><Relationship Id="rId22" Type="http://schemas.openxmlformats.org/officeDocument/2006/relationships/oleObject" Target="../embeddings/oleObject59.bin"/><Relationship Id="rId27" Type="http://schemas.openxmlformats.org/officeDocument/2006/relationships/oleObject" Target="../embeddings/oleObject64.bin"/><Relationship Id="rId30" Type="http://schemas.openxmlformats.org/officeDocument/2006/relationships/oleObject" Target="../embeddings/oleObject67.bin"/><Relationship Id="rId35" Type="http://schemas.openxmlformats.org/officeDocument/2006/relationships/oleObject" Target="../embeddings/oleObject72.bin"/><Relationship Id="rId43" Type="http://schemas.openxmlformats.org/officeDocument/2006/relationships/oleObject" Target="../embeddings/oleObject80.bin"/><Relationship Id="rId48" Type="http://schemas.openxmlformats.org/officeDocument/2006/relationships/oleObject" Target="../embeddings/oleObject8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8.bin"/><Relationship Id="rId5" Type="http://schemas.openxmlformats.org/officeDocument/2006/relationships/oleObject" Target="../embeddings/oleObject87.bin"/><Relationship Id="rId4" Type="http://schemas.openxmlformats.org/officeDocument/2006/relationships/oleObject" Target="../embeddings/oleObject8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93.bin"/><Relationship Id="rId5" Type="http://schemas.openxmlformats.org/officeDocument/2006/relationships/oleObject" Target="../embeddings/oleObject92.bin"/><Relationship Id="rId4" Type="http://schemas.openxmlformats.org/officeDocument/2006/relationships/oleObject" Target="../embeddings/oleObject9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97.bin"/><Relationship Id="rId5" Type="http://schemas.openxmlformats.org/officeDocument/2006/relationships/oleObject" Target="../embeddings/oleObject96.bin"/><Relationship Id="rId4" Type="http://schemas.openxmlformats.org/officeDocument/2006/relationships/oleObject" Target="../embeddings/oleObject9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99.bin"/><Relationship Id="rId4" Type="http://schemas.openxmlformats.org/officeDocument/2006/relationships/oleObject" Target="../embeddings/oleObject9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notesSlide" Target="../notesSlides/notesSlide22.xml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2.bin"/><Relationship Id="rId5" Type="http://schemas.openxmlformats.org/officeDocument/2006/relationships/oleObject" Target="../embeddings/oleObject101.bin"/><Relationship Id="rId4" Type="http://schemas.openxmlformats.org/officeDocument/2006/relationships/oleObject" Target="../embeddings/oleObject10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106.bin"/><Relationship Id="rId4" Type="http://schemas.openxmlformats.org/officeDocument/2006/relationships/oleObject" Target="../embeddings/oleObject10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108.bin"/><Relationship Id="rId4" Type="http://schemas.openxmlformats.org/officeDocument/2006/relationships/oleObject" Target="../embeddings/oleObject10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11.bin"/><Relationship Id="rId5" Type="http://schemas.openxmlformats.org/officeDocument/2006/relationships/oleObject" Target="../embeddings/oleObject110.bin"/><Relationship Id="rId4" Type="http://schemas.openxmlformats.org/officeDocument/2006/relationships/oleObject" Target="../embeddings/oleObject10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notesSlide" Target="../notesSlides/notesSlide26.xml"/><Relationship Id="rId7" Type="http://schemas.openxmlformats.org/officeDocument/2006/relationships/oleObject" Target="../embeddings/oleObject117.bin"/><Relationship Id="rId12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16.bin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5.bin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4.bin"/><Relationship Id="rId9" Type="http://schemas.openxmlformats.org/officeDocument/2006/relationships/oleObject" Target="../embeddings/oleObject11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oleObject" Target="../embeddings/oleObject124.bin"/><Relationship Id="rId4" Type="http://schemas.openxmlformats.org/officeDocument/2006/relationships/oleObject" Target="../embeddings/oleObject12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notesSlide" Target="../notesSlides/notesSlide28.xml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27.bin"/><Relationship Id="rId5" Type="http://schemas.openxmlformats.org/officeDocument/2006/relationships/oleObject" Target="../embeddings/oleObject126.bin"/><Relationship Id="rId4" Type="http://schemas.openxmlformats.org/officeDocument/2006/relationships/oleObject" Target="../embeddings/oleObject12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32.bin"/><Relationship Id="rId5" Type="http://schemas.openxmlformats.org/officeDocument/2006/relationships/oleObject" Target="../embeddings/oleObject131.bin"/><Relationship Id="rId4" Type="http://schemas.openxmlformats.org/officeDocument/2006/relationships/oleObject" Target="../embeddings/oleObject13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1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36.bin"/><Relationship Id="rId5" Type="http://schemas.openxmlformats.org/officeDocument/2006/relationships/oleObject" Target="../embeddings/oleObject135.bin"/><Relationship Id="rId4" Type="http://schemas.openxmlformats.org/officeDocument/2006/relationships/oleObject" Target="../embeddings/oleObject13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5" Type="http://schemas.openxmlformats.org/officeDocument/2006/relationships/oleObject" Target="../embeddings/oleObject139.bin"/><Relationship Id="rId4" Type="http://schemas.openxmlformats.org/officeDocument/2006/relationships/oleObject" Target="../embeddings/oleObject13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42.bin"/><Relationship Id="rId5" Type="http://schemas.openxmlformats.org/officeDocument/2006/relationships/oleObject" Target="../embeddings/oleObject141.bin"/><Relationship Id="rId4" Type="http://schemas.openxmlformats.org/officeDocument/2006/relationships/oleObject" Target="../embeddings/oleObject14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oleObject" Target="../embeddings/oleObject144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7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47.bin"/><Relationship Id="rId5" Type="http://schemas.openxmlformats.org/officeDocument/2006/relationships/oleObject" Target="../embeddings/oleObject146.bin"/><Relationship Id="rId4" Type="http://schemas.openxmlformats.org/officeDocument/2006/relationships/oleObject" Target="../embeddings/oleObject14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3" Type="http://schemas.openxmlformats.org/officeDocument/2006/relationships/notesSlide" Target="../notesSlides/notesSlide35.xml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51.bin"/><Relationship Id="rId5" Type="http://schemas.openxmlformats.org/officeDocument/2006/relationships/oleObject" Target="../embeddings/oleObject150.bin"/><Relationship Id="rId4" Type="http://schemas.openxmlformats.org/officeDocument/2006/relationships/oleObject" Target="../embeddings/oleObject149.bin"/><Relationship Id="rId9" Type="http://schemas.openxmlformats.org/officeDocument/2006/relationships/oleObject" Target="../embeddings/oleObject15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15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57.bin"/><Relationship Id="rId5" Type="http://schemas.openxmlformats.org/officeDocument/2006/relationships/oleObject" Target="../embeddings/oleObject156.bin"/><Relationship Id="rId4" Type="http://schemas.openxmlformats.org/officeDocument/2006/relationships/oleObject" Target="../embeddings/oleObject15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7" Type="http://schemas.openxmlformats.org/officeDocument/2006/relationships/oleObject" Target="../embeddings/oleObject16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62.bin"/><Relationship Id="rId5" Type="http://schemas.openxmlformats.org/officeDocument/2006/relationships/oleObject" Target="../embeddings/oleObject161.bin"/><Relationship Id="rId4" Type="http://schemas.openxmlformats.org/officeDocument/2006/relationships/oleObject" Target="../embeddings/oleObject16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oleObject" Target="../embeddings/oleObject165.bin"/><Relationship Id="rId4" Type="http://schemas.openxmlformats.org/officeDocument/2006/relationships/oleObject" Target="../embeddings/oleObject164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68.bin"/><Relationship Id="rId5" Type="http://schemas.openxmlformats.org/officeDocument/2006/relationships/oleObject" Target="../embeddings/oleObject167.bin"/><Relationship Id="rId4" Type="http://schemas.openxmlformats.org/officeDocument/2006/relationships/oleObject" Target="../embeddings/oleObject166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71.bin"/><Relationship Id="rId5" Type="http://schemas.openxmlformats.org/officeDocument/2006/relationships/oleObject" Target="../embeddings/oleObject170.bin"/><Relationship Id="rId4" Type="http://schemas.openxmlformats.org/officeDocument/2006/relationships/oleObject" Target="../embeddings/oleObject169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3" Type="http://schemas.openxmlformats.org/officeDocument/2006/relationships/notesSlide" Target="../notesSlides/notesSlide43.xml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74.bin"/><Relationship Id="rId5" Type="http://schemas.openxmlformats.org/officeDocument/2006/relationships/oleObject" Target="../embeddings/oleObject173.bin"/><Relationship Id="rId4" Type="http://schemas.openxmlformats.org/officeDocument/2006/relationships/oleObject" Target="../embeddings/oleObject17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3" Type="http://schemas.openxmlformats.org/officeDocument/2006/relationships/notesSlide" Target="../notesSlides/notesSlide44.xml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79.bin"/><Relationship Id="rId5" Type="http://schemas.openxmlformats.org/officeDocument/2006/relationships/oleObject" Target="../embeddings/oleObject178.bin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8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3" Type="http://schemas.openxmlformats.org/officeDocument/2006/relationships/notesSlide" Target="../notesSlides/notesSlide45.xml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85.bin"/><Relationship Id="rId5" Type="http://schemas.openxmlformats.org/officeDocument/2006/relationships/oleObject" Target="../embeddings/oleObject184.bin"/><Relationship Id="rId4" Type="http://schemas.openxmlformats.org/officeDocument/2006/relationships/oleObject" Target="../embeddings/oleObject183.bin"/><Relationship Id="rId9" Type="http://schemas.openxmlformats.org/officeDocument/2006/relationships/oleObject" Target="../embeddings/oleObject188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3" Type="http://schemas.openxmlformats.org/officeDocument/2006/relationships/notesSlide" Target="../notesSlides/notesSlide47.xml"/><Relationship Id="rId7" Type="http://schemas.openxmlformats.org/officeDocument/2006/relationships/oleObject" Target="../embeddings/oleObject1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91.bin"/><Relationship Id="rId5" Type="http://schemas.openxmlformats.org/officeDocument/2006/relationships/oleObject" Target="../embeddings/oleObject190.bin"/><Relationship Id="rId4" Type="http://schemas.openxmlformats.org/officeDocument/2006/relationships/oleObject" Target="../embeddings/oleObject189.bin"/><Relationship Id="rId9" Type="http://schemas.openxmlformats.org/officeDocument/2006/relationships/oleObject" Target="../embeddings/oleObject194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3" Type="http://schemas.openxmlformats.org/officeDocument/2006/relationships/notesSlide" Target="../notesSlides/notesSlide48.xml"/><Relationship Id="rId7" Type="http://schemas.openxmlformats.org/officeDocument/2006/relationships/oleObject" Target="../embeddings/oleObject19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97.bin"/><Relationship Id="rId5" Type="http://schemas.openxmlformats.org/officeDocument/2006/relationships/oleObject" Target="../embeddings/oleObject196.bin"/><Relationship Id="rId4" Type="http://schemas.openxmlformats.org/officeDocument/2006/relationships/oleObject" Target="../embeddings/oleObject195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3" Type="http://schemas.openxmlformats.org/officeDocument/2006/relationships/notesSlide" Target="../notesSlides/notesSlide49.xml"/><Relationship Id="rId7" Type="http://schemas.openxmlformats.org/officeDocument/2006/relationships/oleObject" Target="../embeddings/oleObject20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202.bin"/><Relationship Id="rId5" Type="http://schemas.openxmlformats.org/officeDocument/2006/relationships/oleObject" Target="../embeddings/oleObject201.bin"/><Relationship Id="rId4" Type="http://schemas.openxmlformats.org/officeDocument/2006/relationships/oleObject" Target="../embeddings/oleObject200.bin"/><Relationship Id="rId9" Type="http://schemas.openxmlformats.org/officeDocument/2006/relationships/oleObject" Target="../embeddings/oleObject20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3" Type="http://schemas.openxmlformats.org/officeDocument/2006/relationships/notesSlide" Target="../notesSlides/notesSlide50.xml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208.bin"/><Relationship Id="rId5" Type="http://schemas.openxmlformats.org/officeDocument/2006/relationships/oleObject" Target="../embeddings/oleObject207.bin"/><Relationship Id="rId4" Type="http://schemas.openxmlformats.org/officeDocument/2006/relationships/oleObject" Target="../embeddings/oleObject20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3" Type="http://schemas.openxmlformats.org/officeDocument/2006/relationships/notesSlide" Target="../notesSlides/notesSlide51.xml"/><Relationship Id="rId7" Type="http://schemas.openxmlformats.org/officeDocument/2006/relationships/oleObject" Target="../embeddings/oleObject2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213.bin"/><Relationship Id="rId5" Type="http://schemas.openxmlformats.org/officeDocument/2006/relationships/oleObject" Target="../embeddings/oleObject212.bin"/><Relationship Id="rId4" Type="http://schemas.openxmlformats.org/officeDocument/2006/relationships/oleObject" Target="../embeddings/oleObject211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3" Type="http://schemas.openxmlformats.org/officeDocument/2006/relationships/notesSlide" Target="../notesSlides/notesSlide52.xml"/><Relationship Id="rId7" Type="http://schemas.openxmlformats.org/officeDocument/2006/relationships/oleObject" Target="../embeddings/oleObject2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218.bin"/><Relationship Id="rId5" Type="http://schemas.openxmlformats.org/officeDocument/2006/relationships/oleObject" Target="../embeddings/oleObject217.bin"/><Relationship Id="rId4" Type="http://schemas.openxmlformats.org/officeDocument/2006/relationships/oleObject" Target="../embeddings/oleObject216.bin"/><Relationship Id="rId9" Type="http://schemas.openxmlformats.org/officeDocument/2006/relationships/oleObject" Target="../embeddings/oleObject221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3" Type="http://schemas.openxmlformats.org/officeDocument/2006/relationships/notesSlide" Target="../notesSlides/notesSlide53.xml"/><Relationship Id="rId7" Type="http://schemas.openxmlformats.org/officeDocument/2006/relationships/oleObject" Target="../embeddings/oleObject2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224.bin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3.bin"/><Relationship Id="rId10" Type="http://schemas.openxmlformats.org/officeDocument/2006/relationships/oleObject" Target="../embeddings/oleObject228.bin"/><Relationship Id="rId4" Type="http://schemas.openxmlformats.org/officeDocument/2006/relationships/oleObject" Target="../embeddings/oleObject222.bin"/><Relationship Id="rId9" Type="http://schemas.openxmlformats.org/officeDocument/2006/relationships/oleObject" Target="../embeddings/oleObject22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232.bin"/><Relationship Id="rId5" Type="http://schemas.openxmlformats.org/officeDocument/2006/relationships/oleObject" Target="../embeddings/oleObject231.bin"/><Relationship Id="rId4" Type="http://schemas.openxmlformats.org/officeDocument/2006/relationships/oleObject" Target="../embeddings/oleObject230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235.bin"/><Relationship Id="rId5" Type="http://schemas.openxmlformats.org/officeDocument/2006/relationships/oleObject" Target="../embeddings/oleObject234.bin"/><Relationship Id="rId4" Type="http://schemas.openxmlformats.org/officeDocument/2006/relationships/oleObject" Target="../embeddings/oleObject233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3" Type="http://schemas.openxmlformats.org/officeDocument/2006/relationships/notesSlide" Target="../notesSlides/notesSlide56.xml"/><Relationship Id="rId7" Type="http://schemas.openxmlformats.org/officeDocument/2006/relationships/oleObject" Target="../embeddings/oleObject23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238.bin"/><Relationship Id="rId5" Type="http://schemas.openxmlformats.org/officeDocument/2006/relationships/oleObject" Target="../embeddings/oleObject237.bin"/><Relationship Id="rId4" Type="http://schemas.openxmlformats.org/officeDocument/2006/relationships/oleObject" Target="../embeddings/oleObject236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oleObject" Target="../embeddings/oleObject250.bin"/><Relationship Id="rId18" Type="http://schemas.openxmlformats.org/officeDocument/2006/relationships/oleObject" Target="../embeddings/oleObject255.bin"/><Relationship Id="rId3" Type="http://schemas.openxmlformats.org/officeDocument/2006/relationships/notesSlide" Target="../notesSlides/notesSlide57.xml"/><Relationship Id="rId21" Type="http://schemas.openxmlformats.org/officeDocument/2006/relationships/oleObject" Target="../embeddings/oleObject258.bin"/><Relationship Id="rId7" Type="http://schemas.openxmlformats.org/officeDocument/2006/relationships/oleObject" Target="../embeddings/oleObject244.bin"/><Relationship Id="rId12" Type="http://schemas.openxmlformats.org/officeDocument/2006/relationships/oleObject" Target="../embeddings/oleObject249.bin"/><Relationship Id="rId17" Type="http://schemas.openxmlformats.org/officeDocument/2006/relationships/oleObject" Target="../embeddings/oleObject254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53.bin"/><Relationship Id="rId20" Type="http://schemas.openxmlformats.org/officeDocument/2006/relationships/oleObject" Target="../embeddings/oleObject257.bin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243.bin"/><Relationship Id="rId11" Type="http://schemas.openxmlformats.org/officeDocument/2006/relationships/oleObject" Target="../embeddings/oleObject248.bin"/><Relationship Id="rId5" Type="http://schemas.openxmlformats.org/officeDocument/2006/relationships/oleObject" Target="../embeddings/oleObject242.bin"/><Relationship Id="rId15" Type="http://schemas.openxmlformats.org/officeDocument/2006/relationships/oleObject" Target="../embeddings/oleObject252.bin"/><Relationship Id="rId10" Type="http://schemas.openxmlformats.org/officeDocument/2006/relationships/oleObject" Target="../embeddings/oleObject247.bin"/><Relationship Id="rId19" Type="http://schemas.openxmlformats.org/officeDocument/2006/relationships/oleObject" Target="../embeddings/oleObject256.bin"/><Relationship Id="rId4" Type="http://schemas.openxmlformats.org/officeDocument/2006/relationships/oleObject" Target="../embeddings/oleObject241.bin"/><Relationship Id="rId9" Type="http://schemas.openxmlformats.org/officeDocument/2006/relationships/oleObject" Target="../embeddings/oleObject246.bin"/><Relationship Id="rId14" Type="http://schemas.openxmlformats.org/officeDocument/2006/relationships/oleObject" Target="../embeddings/oleObject251.bin"/><Relationship Id="rId22" Type="http://schemas.openxmlformats.org/officeDocument/2006/relationships/oleObject" Target="../embeddings/oleObject259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4.bin"/><Relationship Id="rId13" Type="http://schemas.openxmlformats.org/officeDocument/2006/relationships/oleObject" Target="../embeddings/oleObject269.bin"/><Relationship Id="rId3" Type="http://schemas.openxmlformats.org/officeDocument/2006/relationships/notesSlide" Target="../notesSlides/notesSlide58.xml"/><Relationship Id="rId7" Type="http://schemas.openxmlformats.org/officeDocument/2006/relationships/oleObject" Target="../embeddings/oleObject263.bin"/><Relationship Id="rId12" Type="http://schemas.openxmlformats.org/officeDocument/2006/relationships/oleObject" Target="../embeddings/oleObject268.bin"/><Relationship Id="rId17" Type="http://schemas.openxmlformats.org/officeDocument/2006/relationships/oleObject" Target="../embeddings/oleObject27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2.bin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262.bin"/><Relationship Id="rId11" Type="http://schemas.openxmlformats.org/officeDocument/2006/relationships/oleObject" Target="../embeddings/oleObject267.bin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71.bin"/><Relationship Id="rId10" Type="http://schemas.openxmlformats.org/officeDocument/2006/relationships/oleObject" Target="../embeddings/oleObject266.bin"/><Relationship Id="rId4" Type="http://schemas.openxmlformats.org/officeDocument/2006/relationships/oleObject" Target="../embeddings/oleObject260.bin"/><Relationship Id="rId9" Type="http://schemas.openxmlformats.org/officeDocument/2006/relationships/oleObject" Target="../embeddings/oleObject265.bin"/><Relationship Id="rId14" Type="http://schemas.openxmlformats.org/officeDocument/2006/relationships/oleObject" Target="../embeddings/oleObject270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276.bin"/><Relationship Id="rId5" Type="http://schemas.openxmlformats.org/officeDocument/2006/relationships/oleObject" Target="../embeddings/oleObject275.bin"/><Relationship Id="rId4" Type="http://schemas.openxmlformats.org/officeDocument/2006/relationships/oleObject" Target="../embeddings/oleObject274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4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3.v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4" Type="http://schemas.openxmlformats.org/officeDocument/2006/relationships/oleObject" Target="../embeddings/oleObject279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283.bin"/><Relationship Id="rId5" Type="http://schemas.openxmlformats.org/officeDocument/2006/relationships/oleObject" Target="../embeddings/oleObject282.bin"/><Relationship Id="rId4" Type="http://schemas.openxmlformats.org/officeDocument/2006/relationships/oleObject" Target="../embeddings/oleObject281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0.bin"/><Relationship Id="rId13" Type="http://schemas.openxmlformats.org/officeDocument/2006/relationships/oleObject" Target="../embeddings/oleObject295.bin"/><Relationship Id="rId18" Type="http://schemas.openxmlformats.org/officeDocument/2006/relationships/oleObject" Target="../embeddings/oleObject300.bin"/><Relationship Id="rId26" Type="http://schemas.openxmlformats.org/officeDocument/2006/relationships/oleObject" Target="../embeddings/oleObject308.bin"/><Relationship Id="rId39" Type="http://schemas.openxmlformats.org/officeDocument/2006/relationships/oleObject" Target="../embeddings/oleObject321.bin"/><Relationship Id="rId3" Type="http://schemas.openxmlformats.org/officeDocument/2006/relationships/oleObject" Target="../embeddings/oleObject285.bin"/><Relationship Id="rId21" Type="http://schemas.openxmlformats.org/officeDocument/2006/relationships/oleObject" Target="../embeddings/oleObject303.bin"/><Relationship Id="rId34" Type="http://schemas.openxmlformats.org/officeDocument/2006/relationships/oleObject" Target="../embeddings/oleObject316.bin"/><Relationship Id="rId42" Type="http://schemas.openxmlformats.org/officeDocument/2006/relationships/oleObject" Target="../embeddings/oleObject324.bin"/><Relationship Id="rId47" Type="http://schemas.openxmlformats.org/officeDocument/2006/relationships/oleObject" Target="../embeddings/oleObject329.bin"/><Relationship Id="rId7" Type="http://schemas.openxmlformats.org/officeDocument/2006/relationships/oleObject" Target="../embeddings/oleObject289.bin"/><Relationship Id="rId12" Type="http://schemas.openxmlformats.org/officeDocument/2006/relationships/oleObject" Target="../embeddings/oleObject294.bin"/><Relationship Id="rId17" Type="http://schemas.openxmlformats.org/officeDocument/2006/relationships/oleObject" Target="../embeddings/oleObject299.bin"/><Relationship Id="rId25" Type="http://schemas.openxmlformats.org/officeDocument/2006/relationships/oleObject" Target="../embeddings/oleObject307.bin"/><Relationship Id="rId33" Type="http://schemas.openxmlformats.org/officeDocument/2006/relationships/oleObject" Target="../embeddings/oleObject315.bin"/><Relationship Id="rId38" Type="http://schemas.openxmlformats.org/officeDocument/2006/relationships/oleObject" Target="../embeddings/oleObject320.bin"/><Relationship Id="rId46" Type="http://schemas.openxmlformats.org/officeDocument/2006/relationships/oleObject" Target="../embeddings/oleObject32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98.bin"/><Relationship Id="rId20" Type="http://schemas.openxmlformats.org/officeDocument/2006/relationships/oleObject" Target="../embeddings/oleObject302.bin"/><Relationship Id="rId29" Type="http://schemas.openxmlformats.org/officeDocument/2006/relationships/oleObject" Target="../embeddings/oleObject311.bin"/><Relationship Id="rId41" Type="http://schemas.openxmlformats.org/officeDocument/2006/relationships/oleObject" Target="../embeddings/oleObject323.bin"/><Relationship Id="rId1" Type="http://schemas.openxmlformats.org/officeDocument/2006/relationships/vmlDrawing" Target="../drawings/vmlDrawing56.vml"/><Relationship Id="rId6" Type="http://schemas.openxmlformats.org/officeDocument/2006/relationships/oleObject" Target="../embeddings/oleObject288.bin"/><Relationship Id="rId11" Type="http://schemas.openxmlformats.org/officeDocument/2006/relationships/oleObject" Target="../embeddings/oleObject293.bin"/><Relationship Id="rId24" Type="http://schemas.openxmlformats.org/officeDocument/2006/relationships/oleObject" Target="../embeddings/oleObject306.bin"/><Relationship Id="rId32" Type="http://schemas.openxmlformats.org/officeDocument/2006/relationships/oleObject" Target="../embeddings/oleObject314.bin"/><Relationship Id="rId37" Type="http://schemas.openxmlformats.org/officeDocument/2006/relationships/oleObject" Target="../embeddings/oleObject319.bin"/><Relationship Id="rId40" Type="http://schemas.openxmlformats.org/officeDocument/2006/relationships/oleObject" Target="../embeddings/oleObject322.bin"/><Relationship Id="rId45" Type="http://schemas.openxmlformats.org/officeDocument/2006/relationships/oleObject" Target="../embeddings/oleObject327.bin"/><Relationship Id="rId5" Type="http://schemas.openxmlformats.org/officeDocument/2006/relationships/oleObject" Target="../embeddings/oleObject287.bin"/><Relationship Id="rId15" Type="http://schemas.openxmlformats.org/officeDocument/2006/relationships/oleObject" Target="../embeddings/oleObject297.bin"/><Relationship Id="rId23" Type="http://schemas.openxmlformats.org/officeDocument/2006/relationships/oleObject" Target="../embeddings/oleObject305.bin"/><Relationship Id="rId28" Type="http://schemas.openxmlformats.org/officeDocument/2006/relationships/oleObject" Target="../embeddings/oleObject310.bin"/><Relationship Id="rId36" Type="http://schemas.openxmlformats.org/officeDocument/2006/relationships/oleObject" Target="../embeddings/oleObject318.bin"/><Relationship Id="rId10" Type="http://schemas.openxmlformats.org/officeDocument/2006/relationships/oleObject" Target="../embeddings/oleObject292.bin"/><Relationship Id="rId19" Type="http://schemas.openxmlformats.org/officeDocument/2006/relationships/oleObject" Target="../embeddings/oleObject301.bin"/><Relationship Id="rId31" Type="http://schemas.openxmlformats.org/officeDocument/2006/relationships/oleObject" Target="../embeddings/oleObject313.bin"/><Relationship Id="rId44" Type="http://schemas.openxmlformats.org/officeDocument/2006/relationships/oleObject" Target="../embeddings/oleObject326.bin"/><Relationship Id="rId4" Type="http://schemas.openxmlformats.org/officeDocument/2006/relationships/oleObject" Target="../embeddings/oleObject286.bin"/><Relationship Id="rId9" Type="http://schemas.openxmlformats.org/officeDocument/2006/relationships/oleObject" Target="../embeddings/oleObject291.bin"/><Relationship Id="rId14" Type="http://schemas.openxmlformats.org/officeDocument/2006/relationships/oleObject" Target="../embeddings/oleObject296.bin"/><Relationship Id="rId22" Type="http://schemas.openxmlformats.org/officeDocument/2006/relationships/oleObject" Target="../embeddings/oleObject304.bin"/><Relationship Id="rId27" Type="http://schemas.openxmlformats.org/officeDocument/2006/relationships/oleObject" Target="../embeddings/oleObject309.bin"/><Relationship Id="rId30" Type="http://schemas.openxmlformats.org/officeDocument/2006/relationships/oleObject" Target="../embeddings/oleObject312.bin"/><Relationship Id="rId35" Type="http://schemas.openxmlformats.org/officeDocument/2006/relationships/oleObject" Target="../embeddings/oleObject317.bin"/><Relationship Id="rId43" Type="http://schemas.openxmlformats.org/officeDocument/2006/relationships/oleObject" Target="../embeddings/oleObject325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5.bin"/><Relationship Id="rId3" Type="http://schemas.openxmlformats.org/officeDocument/2006/relationships/oleObject" Target="../embeddings/oleObject330.bin"/><Relationship Id="rId7" Type="http://schemas.openxmlformats.org/officeDocument/2006/relationships/oleObject" Target="../embeddings/oleObject3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333.bin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2.bin"/><Relationship Id="rId10" Type="http://schemas.openxmlformats.org/officeDocument/2006/relationships/oleObject" Target="../embeddings/oleObject337.bin"/><Relationship Id="rId4" Type="http://schemas.openxmlformats.org/officeDocument/2006/relationships/oleObject" Target="../embeddings/oleObject331.bin"/><Relationship Id="rId9" Type="http://schemas.openxmlformats.org/officeDocument/2006/relationships/oleObject" Target="../embeddings/oleObject336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7" Type="http://schemas.openxmlformats.org/officeDocument/2006/relationships/oleObject" Target="../embeddings/oleObject34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341.bin"/><Relationship Id="rId5" Type="http://schemas.openxmlformats.org/officeDocument/2006/relationships/oleObject" Target="../embeddings/oleObject340.bin"/><Relationship Id="rId4" Type="http://schemas.openxmlformats.org/officeDocument/2006/relationships/oleObject" Target="../embeddings/oleObject339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mlDrawing" Target="../drawings/vmlDrawing59.vml"/><Relationship Id="rId1" Type="http://schemas.openxmlformats.org/officeDocument/2006/relationships/themeOverride" Target="../theme/themeOverride1.xml"/><Relationship Id="rId6" Type="http://schemas.openxmlformats.org/officeDocument/2006/relationships/oleObject" Target="../embeddings/oleObject344.bin"/><Relationship Id="rId5" Type="http://schemas.openxmlformats.org/officeDocument/2006/relationships/oleObject" Target="../embeddings/oleObject343.bin"/><Relationship Id="rId4" Type="http://schemas.openxmlformats.org/officeDocument/2006/relationships/notesSlide" Target="../notesSlides/notesSlide6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0.vml"/><Relationship Id="rId5" Type="http://schemas.openxmlformats.org/officeDocument/2006/relationships/oleObject" Target="../embeddings/oleObject346.bin"/><Relationship Id="rId4" Type="http://schemas.openxmlformats.org/officeDocument/2006/relationships/oleObject" Target="../embeddings/oleObject345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7" Type="http://schemas.openxmlformats.org/officeDocument/2006/relationships/oleObject" Target="../embeddings/oleObject35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349.bin"/><Relationship Id="rId5" Type="http://schemas.openxmlformats.org/officeDocument/2006/relationships/oleObject" Target="../embeddings/oleObject348.bin"/><Relationship Id="rId4" Type="http://schemas.openxmlformats.org/officeDocument/2006/relationships/oleObject" Target="../embeddings/oleObject347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5" Type="http://schemas.openxmlformats.org/officeDocument/2006/relationships/oleObject" Target="../embeddings/oleObject352.bin"/><Relationship Id="rId4" Type="http://schemas.openxmlformats.org/officeDocument/2006/relationships/oleObject" Target="../embeddings/oleObject351.bin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7.bin"/><Relationship Id="rId3" Type="http://schemas.openxmlformats.org/officeDocument/2006/relationships/notesSlide" Target="../notesSlides/notesSlide67.xml"/><Relationship Id="rId7" Type="http://schemas.openxmlformats.org/officeDocument/2006/relationships/oleObject" Target="../embeddings/oleObject3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355.bin"/><Relationship Id="rId5" Type="http://schemas.openxmlformats.org/officeDocument/2006/relationships/oleObject" Target="../embeddings/oleObject354.bin"/><Relationship Id="rId4" Type="http://schemas.openxmlformats.org/officeDocument/2006/relationships/oleObject" Target="../embeddings/oleObject353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2.bin"/><Relationship Id="rId3" Type="http://schemas.openxmlformats.org/officeDocument/2006/relationships/notesSlide" Target="../notesSlides/notesSlide68.xml"/><Relationship Id="rId7" Type="http://schemas.openxmlformats.org/officeDocument/2006/relationships/oleObject" Target="../embeddings/oleObject3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360.bin"/><Relationship Id="rId5" Type="http://schemas.openxmlformats.org/officeDocument/2006/relationships/oleObject" Target="../embeddings/oleObject359.bin"/><Relationship Id="rId4" Type="http://schemas.openxmlformats.org/officeDocument/2006/relationships/oleObject" Target="../embeddings/oleObject358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5" Type="http://schemas.openxmlformats.org/officeDocument/2006/relationships/oleObject" Target="../embeddings/oleObject364.bin"/><Relationship Id="rId4" Type="http://schemas.openxmlformats.org/officeDocument/2006/relationships/oleObject" Target="../embeddings/oleObject363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8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9.bin"/><Relationship Id="rId3" Type="http://schemas.openxmlformats.org/officeDocument/2006/relationships/notesSlide" Target="../notesSlides/notesSlide71.xml"/><Relationship Id="rId7" Type="http://schemas.openxmlformats.org/officeDocument/2006/relationships/oleObject" Target="../embeddings/oleObject3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oleObject" Target="../embeddings/oleObject367.bin"/><Relationship Id="rId5" Type="http://schemas.openxmlformats.org/officeDocument/2006/relationships/oleObject" Target="../embeddings/oleObject366.bin"/><Relationship Id="rId4" Type="http://schemas.openxmlformats.org/officeDocument/2006/relationships/oleObject" Target="../embeddings/oleObject365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87.wmf"/><Relationship Id="rId7" Type="http://schemas.openxmlformats.org/officeDocument/2006/relationships/image" Target="../media/image291.png"/><Relationship Id="rId2" Type="http://schemas.openxmlformats.org/officeDocument/2006/relationships/image" Target="../media/image286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wmf"/><Relationship Id="rId5" Type="http://schemas.openxmlformats.org/officeDocument/2006/relationships/image" Target="../media/image289.wmf"/><Relationship Id="rId10" Type="http://schemas.openxmlformats.org/officeDocument/2006/relationships/image" Target="../media/image294.png"/><Relationship Id="rId4" Type="http://schemas.openxmlformats.org/officeDocument/2006/relationships/image" Target="../media/image288.wmf"/><Relationship Id="rId9" Type="http://schemas.openxmlformats.org/officeDocument/2006/relationships/image" Target="../media/image29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7" Type="http://schemas.openxmlformats.org/officeDocument/2006/relationships/oleObject" Target="../embeddings/oleObject3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372.bin"/><Relationship Id="rId5" Type="http://schemas.openxmlformats.org/officeDocument/2006/relationships/oleObject" Target="../embeddings/oleObject371.bin"/><Relationship Id="rId4" Type="http://schemas.openxmlformats.org/officeDocument/2006/relationships/oleObject" Target="../embeddings/oleObject370.bin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6" Type="http://schemas.openxmlformats.org/officeDocument/2006/relationships/oleObject" Target="../embeddings/oleObject376.bin"/><Relationship Id="rId5" Type="http://schemas.openxmlformats.org/officeDocument/2006/relationships/oleObject" Target="../embeddings/oleObject375.bin"/><Relationship Id="rId4" Type="http://schemas.openxmlformats.org/officeDocument/2006/relationships/oleObject" Target="../embeddings/oleObject374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1.bin"/><Relationship Id="rId3" Type="http://schemas.openxmlformats.org/officeDocument/2006/relationships/notesSlide" Target="../notesSlides/notesSlide74.xml"/><Relationship Id="rId7" Type="http://schemas.openxmlformats.org/officeDocument/2006/relationships/oleObject" Target="../embeddings/oleObject38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379.bin"/><Relationship Id="rId5" Type="http://schemas.openxmlformats.org/officeDocument/2006/relationships/oleObject" Target="../embeddings/oleObject378.bin"/><Relationship Id="rId4" Type="http://schemas.openxmlformats.org/officeDocument/2006/relationships/oleObject" Target="../embeddings/oleObject377.bin"/><Relationship Id="rId9" Type="http://schemas.openxmlformats.org/officeDocument/2006/relationships/oleObject" Target="../embeddings/oleObject382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0.vml"/><Relationship Id="rId5" Type="http://schemas.openxmlformats.org/officeDocument/2006/relationships/oleObject" Target="../embeddings/oleObject384.bin"/><Relationship Id="rId4" Type="http://schemas.openxmlformats.org/officeDocument/2006/relationships/oleObject" Target="../embeddings/oleObject383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7" Type="http://schemas.openxmlformats.org/officeDocument/2006/relationships/oleObject" Target="../embeddings/oleObject38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1.vml"/><Relationship Id="rId6" Type="http://schemas.openxmlformats.org/officeDocument/2006/relationships/oleObject" Target="../embeddings/oleObject387.bin"/><Relationship Id="rId5" Type="http://schemas.openxmlformats.org/officeDocument/2006/relationships/oleObject" Target="../embeddings/oleObject386.bin"/><Relationship Id="rId4" Type="http://schemas.openxmlformats.org/officeDocument/2006/relationships/oleObject" Target="../embeddings/oleObject385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2.vml"/><Relationship Id="rId6" Type="http://schemas.openxmlformats.org/officeDocument/2006/relationships/oleObject" Target="../embeddings/oleObject391.bin"/><Relationship Id="rId5" Type="http://schemas.openxmlformats.org/officeDocument/2006/relationships/oleObject" Target="../embeddings/oleObject390.bin"/><Relationship Id="rId4" Type="http://schemas.openxmlformats.org/officeDocument/2006/relationships/oleObject" Target="../embeddings/oleObject389.bin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6.bin"/><Relationship Id="rId13" Type="http://schemas.openxmlformats.org/officeDocument/2006/relationships/oleObject" Target="../embeddings/oleObject401.bin"/><Relationship Id="rId18" Type="http://schemas.openxmlformats.org/officeDocument/2006/relationships/oleObject" Target="../embeddings/oleObject406.bin"/><Relationship Id="rId3" Type="http://schemas.openxmlformats.org/officeDocument/2006/relationships/notesSlide" Target="../notesSlides/notesSlide78.xml"/><Relationship Id="rId21" Type="http://schemas.openxmlformats.org/officeDocument/2006/relationships/oleObject" Target="../embeddings/oleObject409.bin"/><Relationship Id="rId7" Type="http://schemas.openxmlformats.org/officeDocument/2006/relationships/oleObject" Target="../embeddings/oleObject395.bin"/><Relationship Id="rId12" Type="http://schemas.openxmlformats.org/officeDocument/2006/relationships/oleObject" Target="../embeddings/oleObject400.bin"/><Relationship Id="rId17" Type="http://schemas.openxmlformats.org/officeDocument/2006/relationships/oleObject" Target="../embeddings/oleObject40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04.bin"/><Relationship Id="rId20" Type="http://schemas.openxmlformats.org/officeDocument/2006/relationships/oleObject" Target="../embeddings/oleObject408.bin"/><Relationship Id="rId1" Type="http://schemas.openxmlformats.org/officeDocument/2006/relationships/vmlDrawing" Target="../drawings/vmlDrawing73.vml"/><Relationship Id="rId6" Type="http://schemas.openxmlformats.org/officeDocument/2006/relationships/oleObject" Target="../embeddings/oleObject394.bin"/><Relationship Id="rId11" Type="http://schemas.openxmlformats.org/officeDocument/2006/relationships/oleObject" Target="../embeddings/oleObject399.bin"/><Relationship Id="rId5" Type="http://schemas.openxmlformats.org/officeDocument/2006/relationships/oleObject" Target="../embeddings/oleObject393.bin"/><Relationship Id="rId15" Type="http://schemas.openxmlformats.org/officeDocument/2006/relationships/oleObject" Target="../embeddings/oleObject403.bin"/><Relationship Id="rId10" Type="http://schemas.openxmlformats.org/officeDocument/2006/relationships/oleObject" Target="../embeddings/oleObject398.bin"/><Relationship Id="rId19" Type="http://schemas.openxmlformats.org/officeDocument/2006/relationships/oleObject" Target="../embeddings/oleObject407.bin"/><Relationship Id="rId4" Type="http://schemas.openxmlformats.org/officeDocument/2006/relationships/oleObject" Target="../embeddings/oleObject392.bin"/><Relationship Id="rId9" Type="http://schemas.openxmlformats.org/officeDocument/2006/relationships/oleObject" Target="../embeddings/oleObject397.bin"/><Relationship Id="rId14" Type="http://schemas.openxmlformats.org/officeDocument/2006/relationships/oleObject" Target="../embeddings/oleObject402.bin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7" Type="http://schemas.openxmlformats.org/officeDocument/2006/relationships/oleObject" Target="../embeddings/oleObject4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4.vml"/><Relationship Id="rId6" Type="http://schemas.openxmlformats.org/officeDocument/2006/relationships/oleObject" Target="../embeddings/oleObject412.bin"/><Relationship Id="rId5" Type="http://schemas.openxmlformats.org/officeDocument/2006/relationships/oleObject" Target="../embeddings/oleObject411.bin"/><Relationship Id="rId4" Type="http://schemas.openxmlformats.org/officeDocument/2006/relationships/oleObject" Target="../embeddings/oleObject410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8.bin"/><Relationship Id="rId3" Type="http://schemas.openxmlformats.org/officeDocument/2006/relationships/notesSlide" Target="../notesSlides/notesSlide80.xml"/><Relationship Id="rId7" Type="http://schemas.openxmlformats.org/officeDocument/2006/relationships/oleObject" Target="../embeddings/oleObject417.bin"/><Relationship Id="rId12" Type="http://schemas.openxmlformats.org/officeDocument/2006/relationships/oleObject" Target="../embeddings/oleObject4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5.vml"/><Relationship Id="rId6" Type="http://schemas.openxmlformats.org/officeDocument/2006/relationships/oleObject" Target="../embeddings/oleObject416.bin"/><Relationship Id="rId11" Type="http://schemas.openxmlformats.org/officeDocument/2006/relationships/oleObject" Target="../embeddings/oleObject421.bin"/><Relationship Id="rId5" Type="http://schemas.openxmlformats.org/officeDocument/2006/relationships/oleObject" Target="../embeddings/oleObject415.bin"/><Relationship Id="rId10" Type="http://schemas.openxmlformats.org/officeDocument/2006/relationships/oleObject" Target="../embeddings/oleObject420.bin"/><Relationship Id="rId4" Type="http://schemas.openxmlformats.org/officeDocument/2006/relationships/oleObject" Target="../embeddings/oleObject414.bin"/><Relationship Id="rId9" Type="http://schemas.openxmlformats.org/officeDocument/2006/relationships/oleObject" Target="../embeddings/oleObject419.bin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6.vml"/><Relationship Id="rId6" Type="http://schemas.openxmlformats.org/officeDocument/2006/relationships/oleObject" Target="../embeddings/oleObject425.bin"/><Relationship Id="rId5" Type="http://schemas.openxmlformats.org/officeDocument/2006/relationships/oleObject" Target="../embeddings/oleObject424.bin"/><Relationship Id="rId4" Type="http://schemas.openxmlformats.org/officeDocument/2006/relationships/oleObject" Target="../embeddings/oleObject423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0.bin"/><Relationship Id="rId3" Type="http://schemas.openxmlformats.org/officeDocument/2006/relationships/notesSlide" Target="../notesSlides/notesSlide82.xml"/><Relationship Id="rId7" Type="http://schemas.openxmlformats.org/officeDocument/2006/relationships/oleObject" Target="../embeddings/oleObject42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7.vml"/><Relationship Id="rId6" Type="http://schemas.openxmlformats.org/officeDocument/2006/relationships/oleObject" Target="../embeddings/oleObject428.bin"/><Relationship Id="rId5" Type="http://schemas.openxmlformats.org/officeDocument/2006/relationships/oleObject" Target="../embeddings/oleObject427.bin"/><Relationship Id="rId4" Type="http://schemas.openxmlformats.org/officeDocument/2006/relationships/oleObject" Target="../embeddings/oleObject426.bin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8.vml"/><Relationship Id="rId6" Type="http://schemas.openxmlformats.org/officeDocument/2006/relationships/oleObject" Target="../embeddings/oleObject433.bin"/><Relationship Id="rId5" Type="http://schemas.openxmlformats.org/officeDocument/2006/relationships/oleObject" Target="../embeddings/oleObject432.bin"/><Relationship Id="rId4" Type="http://schemas.openxmlformats.org/officeDocument/2006/relationships/oleObject" Target="../embeddings/oleObject431.bin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4" Type="http://schemas.openxmlformats.org/officeDocument/2006/relationships/oleObject" Target="../embeddings/oleObject434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9.bin"/><Relationship Id="rId3" Type="http://schemas.openxmlformats.org/officeDocument/2006/relationships/notesSlide" Target="../notesSlides/notesSlide85.xml"/><Relationship Id="rId7" Type="http://schemas.openxmlformats.org/officeDocument/2006/relationships/oleObject" Target="../embeddings/oleObject4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0.vml"/><Relationship Id="rId6" Type="http://schemas.openxmlformats.org/officeDocument/2006/relationships/oleObject" Target="../embeddings/oleObject437.bin"/><Relationship Id="rId5" Type="http://schemas.openxmlformats.org/officeDocument/2006/relationships/oleObject" Target="../embeddings/oleObject436.bin"/><Relationship Id="rId4" Type="http://schemas.openxmlformats.org/officeDocument/2006/relationships/oleObject" Target="../embeddings/oleObject435.bin"/><Relationship Id="rId9" Type="http://schemas.openxmlformats.org/officeDocument/2006/relationships/oleObject" Target="../embeddings/oleObject440.bin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1.vml"/><Relationship Id="rId5" Type="http://schemas.openxmlformats.org/officeDocument/2006/relationships/oleObject" Target="../embeddings/oleObject442.bin"/><Relationship Id="rId4" Type="http://schemas.openxmlformats.org/officeDocument/2006/relationships/oleObject" Target="../embeddings/oleObject441.bin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2.vml"/><Relationship Id="rId6" Type="http://schemas.openxmlformats.org/officeDocument/2006/relationships/oleObject" Target="../embeddings/oleObject445.bin"/><Relationship Id="rId5" Type="http://schemas.openxmlformats.org/officeDocument/2006/relationships/oleObject" Target="../embeddings/oleObject444.bin"/><Relationship Id="rId4" Type="http://schemas.openxmlformats.org/officeDocument/2006/relationships/oleObject" Target="../embeddings/oleObject443.bin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3.vml"/><Relationship Id="rId4" Type="http://schemas.openxmlformats.org/officeDocument/2006/relationships/oleObject" Target="../embeddings/oleObject446.bin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1.bin"/><Relationship Id="rId3" Type="http://schemas.openxmlformats.org/officeDocument/2006/relationships/notesSlide" Target="../notesSlides/notesSlide89.xml"/><Relationship Id="rId7" Type="http://schemas.openxmlformats.org/officeDocument/2006/relationships/oleObject" Target="../embeddings/oleObject4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4.vml"/><Relationship Id="rId6" Type="http://schemas.openxmlformats.org/officeDocument/2006/relationships/oleObject" Target="../embeddings/oleObject449.bin"/><Relationship Id="rId5" Type="http://schemas.openxmlformats.org/officeDocument/2006/relationships/oleObject" Target="../embeddings/oleObject448.bin"/><Relationship Id="rId4" Type="http://schemas.openxmlformats.org/officeDocument/2006/relationships/oleObject" Target="../embeddings/oleObject447.bin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5.vml"/><Relationship Id="rId6" Type="http://schemas.openxmlformats.org/officeDocument/2006/relationships/oleObject" Target="../embeddings/oleObject454.bin"/><Relationship Id="rId5" Type="http://schemas.openxmlformats.org/officeDocument/2006/relationships/oleObject" Target="../embeddings/oleObject453.bin"/><Relationship Id="rId4" Type="http://schemas.openxmlformats.org/officeDocument/2006/relationships/oleObject" Target="../embeddings/oleObject452.bin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6.vml"/><Relationship Id="rId4" Type="http://schemas.openxmlformats.org/officeDocument/2006/relationships/oleObject" Target="../embeddings/oleObject455.bin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7.vml"/><Relationship Id="rId4" Type="http://schemas.openxmlformats.org/officeDocument/2006/relationships/oleObject" Target="../embeddings/oleObject456.bin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7" Type="http://schemas.openxmlformats.org/officeDocument/2006/relationships/oleObject" Target="../embeddings/oleObject4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8.vml"/><Relationship Id="rId6" Type="http://schemas.openxmlformats.org/officeDocument/2006/relationships/oleObject" Target="../embeddings/oleObject459.bin"/><Relationship Id="rId5" Type="http://schemas.openxmlformats.org/officeDocument/2006/relationships/oleObject" Target="../embeddings/oleObject458.bin"/><Relationship Id="rId4" Type="http://schemas.openxmlformats.org/officeDocument/2006/relationships/oleObject" Target="../embeddings/oleObject457.bin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7" Type="http://schemas.openxmlformats.org/officeDocument/2006/relationships/oleObject" Target="../embeddings/oleObject4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9.vml"/><Relationship Id="rId6" Type="http://schemas.openxmlformats.org/officeDocument/2006/relationships/oleObject" Target="../embeddings/oleObject463.bin"/><Relationship Id="rId5" Type="http://schemas.openxmlformats.org/officeDocument/2006/relationships/oleObject" Target="../embeddings/oleObject462.bin"/><Relationship Id="rId4" Type="http://schemas.openxmlformats.org/officeDocument/2006/relationships/oleObject" Target="../embeddings/oleObject461.bin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0.vml"/><Relationship Id="rId5" Type="http://schemas.openxmlformats.org/officeDocument/2006/relationships/oleObject" Target="../embeddings/oleObject466.bin"/><Relationship Id="rId4" Type="http://schemas.openxmlformats.org/officeDocument/2006/relationships/oleObject" Target="../embeddings/oleObject465.bin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1.vml"/><Relationship Id="rId4" Type="http://schemas.openxmlformats.org/officeDocument/2006/relationships/oleObject" Target="../embeddings/oleObject467.bin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2.vml"/><Relationship Id="rId5" Type="http://schemas.openxmlformats.org/officeDocument/2006/relationships/oleObject" Target="../embeddings/oleObject469.bin"/><Relationship Id="rId4" Type="http://schemas.openxmlformats.org/officeDocument/2006/relationships/oleObject" Target="../embeddings/oleObject468.bin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4.bin"/><Relationship Id="rId3" Type="http://schemas.openxmlformats.org/officeDocument/2006/relationships/notesSlide" Target="../notesSlides/notesSlide101.xml"/><Relationship Id="rId7" Type="http://schemas.openxmlformats.org/officeDocument/2006/relationships/oleObject" Target="../embeddings/oleObject47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3.vml"/><Relationship Id="rId6" Type="http://schemas.openxmlformats.org/officeDocument/2006/relationships/oleObject" Target="../embeddings/oleObject472.bin"/><Relationship Id="rId5" Type="http://schemas.openxmlformats.org/officeDocument/2006/relationships/oleObject" Target="../embeddings/oleObject471.bin"/><Relationship Id="rId4" Type="http://schemas.openxmlformats.org/officeDocument/2006/relationships/oleObject" Target="../embeddings/oleObject470.bin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4.vml"/><Relationship Id="rId5" Type="http://schemas.openxmlformats.org/officeDocument/2006/relationships/oleObject" Target="../embeddings/oleObject476.bin"/><Relationship Id="rId4" Type="http://schemas.openxmlformats.org/officeDocument/2006/relationships/oleObject" Target="../embeddings/oleObject475.bin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5.vml"/><Relationship Id="rId5" Type="http://schemas.openxmlformats.org/officeDocument/2006/relationships/oleObject" Target="../embeddings/oleObject478.bin"/><Relationship Id="rId4" Type="http://schemas.openxmlformats.org/officeDocument/2006/relationships/oleObject" Target="../embeddings/oleObject477.bin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3.bin"/><Relationship Id="rId3" Type="http://schemas.openxmlformats.org/officeDocument/2006/relationships/notesSlide" Target="../notesSlides/notesSlide104.xml"/><Relationship Id="rId7" Type="http://schemas.openxmlformats.org/officeDocument/2006/relationships/oleObject" Target="../embeddings/oleObject48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6.vml"/><Relationship Id="rId6" Type="http://schemas.openxmlformats.org/officeDocument/2006/relationships/oleObject" Target="../embeddings/oleObject481.bin"/><Relationship Id="rId5" Type="http://schemas.openxmlformats.org/officeDocument/2006/relationships/oleObject" Target="../embeddings/oleObject480.bin"/><Relationship Id="rId4" Type="http://schemas.openxmlformats.org/officeDocument/2006/relationships/oleObject" Target="../embeddings/oleObject479.bin"/><Relationship Id="rId9" Type="http://schemas.openxmlformats.org/officeDocument/2006/relationships/oleObject" Target="../embeddings/oleObject484.bin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7.vml"/><Relationship Id="rId6" Type="http://schemas.openxmlformats.org/officeDocument/2006/relationships/oleObject" Target="../embeddings/oleObject487.bin"/><Relationship Id="rId5" Type="http://schemas.openxmlformats.org/officeDocument/2006/relationships/oleObject" Target="../embeddings/oleObject486.bin"/><Relationship Id="rId4" Type="http://schemas.openxmlformats.org/officeDocument/2006/relationships/oleObject" Target="../embeddings/oleObject485.bin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8.vml"/><Relationship Id="rId5" Type="http://schemas.openxmlformats.org/officeDocument/2006/relationships/oleObject" Target="../embeddings/oleObject489.bin"/><Relationship Id="rId4" Type="http://schemas.openxmlformats.org/officeDocument/2006/relationships/oleObject" Target="../embeddings/oleObject488.bin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7" Type="http://schemas.openxmlformats.org/officeDocument/2006/relationships/oleObject" Target="../embeddings/oleObject49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9.vml"/><Relationship Id="rId6" Type="http://schemas.openxmlformats.org/officeDocument/2006/relationships/oleObject" Target="../embeddings/oleObject492.bin"/><Relationship Id="rId5" Type="http://schemas.openxmlformats.org/officeDocument/2006/relationships/oleObject" Target="../embeddings/oleObject491.bin"/><Relationship Id="rId4" Type="http://schemas.openxmlformats.org/officeDocument/2006/relationships/oleObject" Target="../embeddings/oleObject490.bin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0.vml"/><Relationship Id="rId6" Type="http://schemas.openxmlformats.org/officeDocument/2006/relationships/oleObject" Target="../embeddings/oleObject496.bin"/><Relationship Id="rId5" Type="http://schemas.openxmlformats.org/officeDocument/2006/relationships/oleObject" Target="../embeddings/oleObject495.bin"/><Relationship Id="rId4" Type="http://schemas.openxmlformats.org/officeDocument/2006/relationships/oleObject" Target="../embeddings/oleObject494.bin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7" Type="http://schemas.openxmlformats.org/officeDocument/2006/relationships/oleObject" Target="../embeddings/oleObject50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1.vml"/><Relationship Id="rId6" Type="http://schemas.openxmlformats.org/officeDocument/2006/relationships/oleObject" Target="../embeddings/oleObject499.bin"/><Relationship Id="rId5" Type="http://schemas.openxmlformats.org/officeDocument/2006/relationships/oleObject" Target="../embeddings/oleObject498.bin"/><Relationship Id="rId4" Type="http://schemas.openxmlformats.org/officeDocument/2006/relationships/oleObject" Target="../embeddings/oleObject497.bin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5.bin"/><Relationship Id="rId3" Type="http://schemas.openxmlformats.org/officeDocument/2006/relationships/notesSlide" Target="../notesSlides/notesSlide110.xml"/><Relationship Id="rId7" Type="http://schemas.openxmlformats.org/officeDocument/2006/relationships/oleObject" Target="../embeddings/oleObject50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2.vml"/><Relationship Id="rId6" Type="http://schemas.openxmlformats.org/officeDocument/2006/relationships/oleObject" Target="../embeddings/oleObject503.bin"/><Relationship Id="rId5" Type="http://schemas.openxmlformats.org/officeDocument/2006/relationships/oleObject" Target="../embeddings/oleObject502.bin"/><Relationship Id="rId4" Type="http://schemas.openxmlformats.org/officeDocument/2006/relationships/oleObject" Target="../embeddings/oleObject501.bin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7" Type="http://schemas.openxmlformats.org/officeDocument/2006/relationships/oleObject" Target="../embeddings/oleObject50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3.vml"/><Relationship Id="rId6" Type="http://schemas.openxmlformats.org/officeDocument/2006/relationships/oleObject" Target="../embeddings/oleObject508.bin"/><Relationship Id="rId5" Type="http://schemas.openxmlformats.org/officeDocument/2006/relationships/oleObject" Target="../embeddings/oleObject507.bin"/><Relationship Id="rId4" Type="http://schemas.openxmlformats.org/officeDocument/2006/relationships/oleObject" Target="../embeddings/oleObject506.bin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4.vml"/><Relationship Id="rId5" Type="http://schemas.openxmlformats.org/officeDocument/2006/relationships/oleObject" Target="../embeddings/oleObject511.bin"/><Relationship Id="rId4" Type="http://schemas.openxmlformats.org/officeDocument/2006/relationships/oleObject" Target="../embeddings/oleObject510.bin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7" Type="http://schemas.openxmlformats.org/officeDocument/2006/relationships/oleObject" Target="../embeddings/oleObject5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5.vml"/><Relationship Id="rId6" Type="http://schemas.openxmlformats.org/officeDocument/2006/relationships/oleObject" Target="../embeddings/oleObject514.bin"/><Relationship Id="rId5" Type="http://schemas.openxmlformats.org/officeDocument/2006/relationships/oleObject" Target="../embeddings/oleObject513.bin"/><Relationship Id="rId4" Type="http://schemas.openxmlformats.org/officeDocument/2006/relationships/oleObject" Target="../embeddings/oleObject512.bin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6.vml"/><Relationship Id="rId5" Type="http://schemas.openxmlformats.org/officeDocument/2006/relationships/oleObject" Target="../embeddings/oleObject517.bin"/><Relationship Id="rId4" Type="http://schemas.openxmlformats.org/officeDocument/2006/relationships/oleObject" Target="../embeddings/oleObject516.bin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7.vml"/><Relationship Id="rId5" Type="http://schemas.openxmlformats.org/officeDocument/2006/relationships/oleObject" Target="../embeddings/oleObject519.bin"/><Relationship Id="rId4" Type="http://schemas.openxmlformats.org/officeDocument/2006/relationships/oleObject" Target="../embeddings/oleObject518.bin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4.bin"/><Relationship Id="rId3" Type="http://schemas.openxmlformats.org/officeDocument/2006/relationships/notesSlide" Target="../notesSlides/notesSlide116.xml"/><Relationship Id="rId7" Type="http://schemas.openxmlformats.org/officeDocument/2006/relationships/oleObject" Target="../embeddings/oleObject5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8.vml"/><Relationship Id="rId6" Type="http://schemas.openxmlformats.org/officeDocument/2006/relationships/oleObject" Target="../embeddings/oleObject522.bin"/><Relationship Id="rId5" Type="http://schemas.openxmlformats.org/officeDocument/2006/relationships/oleObject" Target="../embeddings/oleObject521.bin"/><Relationship Id="rId4" Type="http://schemas.openxmlformats.org/officeDocument/2006/relationships/oleObject" Target="../embeddings/oleObject520.bin"/><Relationship Id="rId9" Type="http://schemas.openxmlformats.org/officeDocument/2006/relationships/oleObject" Target="../embeddings/oleObject525.bin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9.vml"/><Relationship Id="rId5" Type="http://schemas.openxmlformats.org/officeDocument/2006/relationships/oleObject" Target="../embeddings/oleObject527.bin"/><Relationship Id="rId4" Type="http://schemas.openxmlformats.org/officeDocument/2006/relationships/oleObject" Target="../embeddings/oleObject526.bin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0.vml"/><Relationship Id="rId5" Type="http://schemas.openxmlformats.org/officeDocument/2006/relationships/oleObject" Target="../embeddings/oleObject529.bin"/><Relationship Id="rId4" Type="http://schemas.openxmlformats.org/officeDocument/2006/relationships/oleObject" Target="../embeddings/oleObject528.bin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7" Type="http://schemas.openxmlformats.org/officeDocument/2006/relationships/oleObject" Target="../embeddings/oleObject53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1.vml"/><Relationship Id="rId6" Type="http://schemas.openxmlformats.org/officeDocument/2006/relationships/oleObject" Target="../embeddings/oleObject532.bin"/><Relationship Id="rId5" Type="http://schemas.openxmlformats.org/officeDocument/2006/relationships/oleObject" Target="../embeddings/oleObject531.bin"/><Relationship Id="rId4" Type="http://schemas.openxmlformats.org/officeDocument/2006/relationships/oleObject" Target="../embeddings/oleObject530.bin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8.bin"/><Relationship Id="rId3" Type="http://schemas.openxmlformats.org/officeDocument/2006/relationships/notesSlide" Target="../notesSlides/notesSlide121.xml"/><Relationship Id="rId7" Type="http://schemas.openxmlformats.org/officeDocument/2006/relationships/oleObject" Target="../embeddings/oleObject53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2.vml"/><Relationship Id="rId6" Type="http://schemas.openxmlformats.org/officeDocument/2006/relationships/oleObject" Target="../embeddings/oleObject536.bin"/><Relationship Id="rId5" Type="http://schemas.openxmlformats.org/officeDocument/2006/relationships/oleObject" Target="../embeddings/oleObject535.bin"/><Relationship Id="rId4" Type="http://schemas.openxmlformats.org/officeDocument/2006/relationships/oleObject" Target="../embeddings/oleObject534.bin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3.vml"/><Relationship Id="rId5" Type="http://schemas.openxmlformats.org/officeDocument/2006/relationships/oleObject" Target="../embeddings/oleObject541.bin"/><Relationship Id="rId4" Type="http://schemas.openxmlformats.org/officeDocument/2006/relationships/oleObject" Target="../embeddings/oleObject540.bin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4.vml"/><Relationship Id="rId5" Type="http://schemas.openxmlformats.org/officeDocument/2006/relationships/image" Target="../media/image453.png"/><Relationship Id="rId4" Type="http://schemas.openxmlformats.org/officeDocument/2006/relationships/oleObject" Target="../embeddings/oleObject543.bin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5.vml"/><Relationship Id="rId4" Type="http://schemas.openxmlformats.org/officeDocument/2006/relationships/oleObject" Target="../embeddings/oleObject545.bin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6.vml"/><Relationship Id="rId5" Type="http://schemas.openxmlformats.org/officeDocument/2006/relationships/oleObject" Target="../embeddings/oleObject548.bin"/><Relationship Id="rId4" Type="http://schemas.openxmlformats.org/officeDocument/2006/relationships/oleObject" Target="../embeddings/oleObject547.bin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9.bin"/><Relationship Id="rId7" Type="http://schemas.openxmlformats.org/officeDocument/2006/relationships/oleObject" Target="../embeddings/oleObject55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7.vml"/><Relationship Id="rId6" Type="http://schemas.openxmlformats.org/officeDocument/2006/relationships/oleObject" Target="../embeddings/oleObject552.bin"/><Relationship Id="rId5" Type="http://schemas.openxmlformats.org/officeDocument/2006/relationships/oleObject" Target="../embeddings/oleObject551.bin"/><Relationship Id="rId4" Type="http://schemas.openxmlformats.org/officeDocument/2006/relationships/oleObject" Target="../embeddings/oleObject550.bin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8.vml"/><Relationship Id="rId5" Type="http://schemas.openxmlformats.org/officeDocument/2006/relationships/image" Target="../media/image453.png"/><Relationship Id="rId4" Type="http://schemas.openxmlformats.org/officeDocument/2006/relationships/oleObject" Target="../embeddings/oleObject555.bin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9.vml"/><Relationship Id="rId4" Type="http://schemas.openxmlformats.org/officeDocument/2006/relationships/oleObject" Target="../embeddings/oleObject557.bin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0.vml"/><Relationship Id="rId5" Type="http://schemas.openxmlformats.org/officeDocument/2006/relationships/oleObject" Target="../embeddings/oleObject560.bin"/><Relationship Id="rId4" Type="http://schemas.openxmlformats.org/officeDocument/2006/relationships/oleObject" Target="../embeddings/oleObject559.bin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8.png"/><Relationship Id="rId2" Type="http://schemas.openxmlformats.org/officeDocument/2006/relationships/image" Target="../media/image4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1.png"/><Relationship Id="rId5" Type="http://schemas.openxmlformats.org/officeDocument/2006/relationships/image" Target="../media/image470.png"/><Relationship Id="rId4" Type="http://schemas.openxmlformats.org/officeDocument/2006/relationships/image" Target="../media/image469.png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026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>
              <a:buClrTx/>
              <a:buSzTx/>
              <a:buFontTx/>
            </a:pPr>
            <a:r>
              <a:rPr lang="zh-CN" altLang="en-US" sz="4800" b="1" u="none" dirty="0"/>
              <a:t> 数值积分与数值微分</a:t>
            </a:r>
          </a:p>
        </p:txBody>
      </p:sp>
      <p:sp>
        <p:nvSpPr>
          <p:cNvPr id="3074" name="Rectangle 1027"/>
          <p:cNvSpPr>
            <a:spLocks noGrp="1"/>
          </p:cNvSpPr>
          <p:nvPr>
            <p:ph type="subTitle" idx="1"/>
          </p:nvPr>
        </p:nvSpPr>
        <p:spPr>
          <a:xfrm>
            <a:off x="1371600" y="3902075"/>
            <a:ext cx="6400800" cy="1941513"/>
          </a:xfrm>
        </p:spPr>
        <p:txBody>
          <a:bodyPr vert="horz" wrap="square" lIns="91440" tIns="45720" rIns="91440" bIns="45720" anchor="t"/>
          <a:lstStyle/>
          <a:p>
            <a:pPr>
              <a:buSzPct val="85000"/>
            </a:pPr>
            <a:endParaRPr lang="zh-CN" altLang="en-US" sz="3600" b="1" dirty="0">
              <a:latin typeface="+mn-lt"/>
              <a:ea typeface="华文行楷" panose="02010800040101010101" pitchFamily="2" charset="-122"/>
              <a:cs typeface="+mn-cs"/>
            </a:endParaRPr>
          </a:p>
          <a:p>
            <a:pPr>
              <a:buSzPct val="85000"/>
            </a:pPr>
            <a:r>
              <a:rPr lang="zh-CN" altLang="en-US" sz="3600" b="1" dirty="0">
                <a:latin typeface="+mn-lt"/>
                <a:ea typeface="华文行楷" panose="02010800040101010101" pitchFamily="2" charset="-122"/>
                <a:cs typeface="+mn-cs"/>
              </a:rPr>
              <a:t>天津大学数学学院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273050" y="269875"/>
            <a:ext cx="8382000" cy="668338"/>
          </a:xfrm>
        </p:spPr>
        <p:txBody>
          <a:bodyPr/>
          <a:lstStyle/>
          <a:p>
            <a:r>
              <a:rPr lang="zh-CN" altLang="en-US" sz="3600" b="1" u="none" smtClean="0">
                <a:solidFill>
                  <a:srgbClr val="FF0000"/>
                </a:solidFill>
                <a:latin typeface="Times New Roman" panose="02020603050405020304" pitchFamily="18" charset="0"/>
              </a:rPr>
              <a:t> 考虑一个实际</a:t>
            </a:r>
            <a:r>
              <a:rPr lang="zh-CN" altLang="en-US" sz="3600" b="1" u="none" smtClean="0">
                <a:solidFill>
                  <a:srgbClr val="FF0000"/>
                </a:solidFill>
              </a:rPr>
              <a:t>问题</a:t>
            </a:r>
          </a:p>
        </p:txBody>
      </p:sp>
      <p:grpSp>
        <p:nvGrpSpPr>
          <p:cNvPr id="2" name="Group 333"/>
          <p:cNvGrpSpPr/>
          <p:nvPr/>
        </p:nvGrpSpPr>
        <p:grpSpPr bwMode="auto">
          <a:xfrm>
            <a:off x="272733" y="1521778"/>
            <a:ext cx="8566150" cy="1395413"/>
            <a:chOff x="185" y="1623"/>
            <a:chExt cx="5396" cy="879"/>
          </a:xfrm>
        </p:grpSpPr>
        <p:sp>
          <p:nvSpPr>
            <p:cNvPr id="75788" name="Text Box 301"/>
            <p:cNvSpPr txBox="1">
              <a:spLocks noChangeAspect="1" noChangeArrowheads="1"/>
            </p:cNvSpPr>
            <p:nvPr/>
          </p:nvSpPr>
          <p:spPr bwMode="auto">
            <a:xfrm>
              <a:off x="185" y="1623"/>
              <a:ext cx="861" cy="879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 dirty="0" err="1">
                  <a:solidFill>
                    <a:schemeClr val="tx1"/>
                  </a:solidFill>
                </a:rPr>
                <a:t>t</a:t>
              </a:r>
              <a:r>
                <a:rPr lang="en-US" altLang="en-US" i="1" baseline="-25000" dirty="0" err="1">
                  <a:solidFill>
                    <a:schemeClr val="tx1"/>
                  </a:solidFill>
                </a:rPr>
                <a:t>k</a:t>
              </a:r>
              <a:r>
                <a:rPr lang="zh-CN" altLang="en-US" i="1" baseline="-25000" dirty="0" err="1">
                  <a:solidFill>
                    <a:schemeClr val="tx1"/>
                  </a:solidFill>
                </a:rPr>
                <a:t>（秒）</a:t>
              </a:r>
              <a:endParaRPr lang="en-US" altLang="en-US" i="1" baseline="-25000" dirty="0">
                <a:solidFill>
                  <a:schemeClr val="tx1"/>
                </a:solidFill>
              </a:endParaRPr>
            </a:p>
            <a:p>
              <a:pPr algn="ctr"/>
              <a:endParaRPr lang="en-US" altLang="en-US" i="1" baseline="-25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en-US" i="1" dirty="0" err="1">
                  <a:solidFill>
                    <a:schemeClr val="tx1"/>
                  </a:solidFill>
                </a:rPr>
                <a:t>v</a:t>
              </a:r>
              <a:r>
                <a:rPr lang="en-US" altLang="en-US" i="1" baseline="-25000" dirty="0" err="1">
                  <a:solidFill>
                    <a:schemeClr val="tx1"/>
                  </a:solidFill>
                  <a:sym typeface="+mn-ea"/>
                </a:rPr>
                <a:t>k</a:t>
              </a:r>
              <a:r>
                <a:rPr lang="zh-CN" altLang="en-US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（</a:t>
              </a:r>
              <a:r>
                <a:rPr lang="zh-CN" altLang="en-US" sz="1800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米</a:t>
              </a:r>
              <a:r>
                <a:rPr lang="en-US" altLang="zh-CN" sz="1800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/</a:t>
              </a:r>
              <a:r>
                <a:rPr lang="zh-CN" altLang="en-US" sz="1800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秒）</a:t>
              </a:r>
            </a:p>
          </p:txBody>
        </p:sp>
        <p:sp>
          <p:nvSpPr>
            <p:cNvPr id="75789" name="Text Box 303"/>
            <p:cNvSpPr txBox="1">
              <a:spLocks noChangeAspect="1" noChangeArrowheads="1"/>
            </p:cNvSpPr>
            <p:nvPr/>
          </p:nvSpPr>
          <p:spPr bwMode="auto">
            <a:xfrm>
              <a:off x="1181" y="1706"/>
              <a:ext cx="723" cy="67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/>
                <a:t>0</a:t>
              </a:r>
              <a:endParaRPr lang="en-US" altLang="en-US" i="1" baseline="-25000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0</a:t>
              </a:r>
              <a:endParaRPr lang="en-US" altLang="zh-CN"/>
            </a:p>
          </p:txBody>
        </p:sp>
        <p:sp>
          <p:nvSpPr>
            <p:cNvPr id="75790" name="Text Box 307"/>
            <p:cNvSpPr txBox="1">
              <a:spLocks noChangeAspect="1" noChangeArrowheads="1"/>
            </p:cNvSpPr>
            <p:nvPr/>
          </p:nvSpPr>
          <p:spPr bwMode="auto">
            <a:xfrm>
              <a:off x="1904" y="1706"/>
              <a:ext cx="724" cy="67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/>
                <a:t>1</a:t>
              </a:r>
              <a:endParaRPr lang="en-US" altLang="en-US" i="1" baseline="-25000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 1.0</a:t>
              </a:r>
              <a:endParaRPr lang="en-US" altLang="zh-CN" sz="3200"/>
            </a:p>
          </p:txBody>
        </p:sp>
        <p:sp>
          <p:nvSpPr>
            <p:cNvPr id="75791" name="Text Box 311"/>
            <p:cNvSpPr txBox="1">
              <a:spLocks noChangeAspect="1" noChangeArrowheads="1"/>
            </p:cNvSpPr>
            <p:nvPr/>
          </p:nvSpPr>
          <p:spPr bwMode="auto">
            <a:xfrm>
              <a:off x="2646" y="1706"/>
              <a:ext cx="724" cy="67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/>
                <a:t>2</a:t>
              </a:r>
              <a:endParaRPr lang="en-US" altLang="en-US" i="1" baseline="-25000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 2.5</a:t>
              </a:r>
              <a:endParaRPr lang="en-US" altLang="zh-CN"/>
            </a:p>
          </p:txBody>
        </p:sp>
        <p:sp>
          <p:nvSpPr>
            <p:cNvPr id="75792" name="Text Box 312"/>
            <p:cNvSpPr txBox="1">
              <a:spLocks noChangeAspect="1" noChangeArrowheads="1"/>
            </p:cNvSpPr>
            <p:nvPr/>
          </p:nvSpPr>
          <p:spPr bwMode="auto">
            <a:xfrm>
              <a:off x="3383" y="1717"/>
              <a:ext cx="723" cy="636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/>
                <a:t>3</a:t>
              </a:r>
              <a:r>
                <a:rPr lang="zh-CN" altLang="en-US"/>
                <a:t> </a:t>
              </a:r>
              <a:endParaRPr lang="zh-CN" altLang="en-US" sz="1800" baseline="-25000"/>
            </a:p>
            <a:p>
              <a:pPr algn="ctr"/>
              <a:endParaRPr lang="zh-CN" altLang="en-US" sz="1800" i="1" baseline="-25000"/>
            </a:p>
            <a:p>
              <a:pPr algn="ctr"/>
              <a:r>
                <a:rPr lang="en-US" altLang="zh-CN"/>
                <a:t>4.5</a:t>
              </a:r>
              <a:r>
                <a:rPr lang="zh-CN" altLang="zh-CN" i="1"/>
                <a:t> </a:t>
              </a:r>
              <a:endParaRPr lang="zh-CN" altLang="zh-CN"/>
            </a:p>
          </p:txBody>
        </p:sp>
        <p:sp>
          <p:nvSpPr>
            <p:cNvPr id="75793" name="Text Box 313"/>
            <p:cNvSpPr txBox="1">
              <a:spLocks noChangeAspect="1" noChangeArrowheads="1"/>
            </p:cNvSpPr>
            <p:nvPr/>
          </p:nvSpPr>
          <p:spPr bwMode="auto">
            <a:xfrm>
              <a:off x="4630" y="1677"/>
              <a:ext cx="951" cy="77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3200"/>
                <a:t>5</a:t>
              </a:r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8.0</a:t>
              </a:r>
              <a:endParaRPr lang="en-US" altLang="zh-CN"/>
            </a:p>
          </p:txBody>
        </p:sp>
        <p:sp>
          <p:nvSpPr>
            <p:cNvPr id="75794" name="Line 315"/>
            <p:cNvSpPr>
              <a:spLocks noChangeAspect="1" noChangeShapeType="1"/>
            </p:cNvSpPr>
            <p:nvPr/>
          </p:nvSpPr>
          <p:spPr bwMode="auto">
            <a:xfrm>
              <a:off x="224" y="2025"/>
              <a:ext cx="52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5" name="Line 316"/>
            <p:cNvSpPr>
              <a:spLocks noChangeAspect="1" noChangeShapeType="1"/>
            </p:cNvSpPr>
            <p:nvPr/>
          </p:nvSpPr>
          <p:spPr bwMode="auto">
            <a:xfrm>
              <a:off x="1137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6" name="Line 317"/>
            <p:cNvSpPr>
              <a:spLocks noChangeAspect="1" noChangeShapeType="1"/>
            </p:cNvSpPr>
            <p:nvPr/>
          </p:nvSpPr>
          <p:spPr bwMode="auto">
            <a:xfrm>
              <a:off x="2616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7" name="Line 318"/>
            <p:cNvSpPr>
              <a:spLocks noChangeAspect="1" noChangeShapeType="1"/>
            </p:cNvSpPr>
            <p:nvPr/>
          </p:nvSpPr>
          <p:spPr bwMode="auto">
            <a:xfrm>
              <a:off x="3370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8" name="Line 319"/>
            <p:cNvSpPr>
              <a:spLocks noChangeAspect="1" noChangeShapeType="1"/>
            </p:cNvSpPr>
            <p:nvPr/>
          </p:nvSpPr>
          <p:spPr bwMode="auto">
            <a:xfrm>
              <a:off x="4106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9" name="Line 320"/>
            <p:cNvSpPr>
              <a:spLocks noChangeAspect="1" noChangeShapeType="1"/>
            </p:cNvSpPr>
            <p:nvPr/>
          </p:nvSpPr>
          <p:spPr bwMode="auto">
            <a:xfrm>
              <a:off x="4838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316"/>
            <p:cNvSpPr>
              <a:spLocks noChangeAspect="1" noChangeShapeType="1"/>
            </p:cNvSpPr>
            <p:nvPr/>
          </p:nvSpPr>
          <p:spPr bwMode="auto">
            <a:xfrm>
              <a:off x="1904" y="1677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Text Box 313"/>
            <p:cNvSpPr txBox="1">
              <a:spLocks noChangeAspect="1" noChangeArrowheads="1"/>
            </p:cNvSpPr>
            <p:nvPr/>
          </p:nvSpPr>
          <p:spPr bwMode="auto">
            <a:xfrm>
              <a:off x="4106" y="1677"/>
              <a:ext cx="724" cy="77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3200"/>
                <a:t>4</a:t>
              </a:r>
              <a:endParaRPr lang="en-US" altLang="zh-CN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 6.5</a:t>
              </a:r>
              <a:endParaRPr lang="en-US" altLang="zh-CN"/>
            </a:p>
          </p:txBody>
        </p:sp>
      </p:grpSp>
      <p:sp>
        <p:nvSpPr>
          <p:cNvPr id="35139" name="Text Box 323"/>
          <p:cNvSpPr txBox="1">
            <a:spLocks noChangeArrowheads="1"/>
          </p:cNvSpPr>
          <p:nvPr/>
        </p:nvSpPr>
        <p:spPr bwMode="auto">
          <a:xfrm>
            <a:off x="301625" y="938213"/>
            <a:ext cx="85598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3200" dirty="0"/>
              <a:t>        </a:t>
            </a:r>
            <a:r>
              <a:rPr lang="zh-CN" altLang="en-US" sz="3200" dirty="0">
                <a:solidFill>
                  <a:schemeClr val="tx1"/>
                </a:solidFill>
              </a:rPr>
              <a:t>设已知某汽车在启动时的速度值为</a:t>
            </a:r>
          </a:p>
        </p:txBody>
      </p:sp>
      <p:sp>
        <p:nvSpPr>
          <p:cNvPr id="35142" name="Text Box 326"/>
          <p:cNvSpPr txBox="1">
            <a:spLocks noChangeArrowheads="1"/>
          </p:cNvSpPr>
          <p:nvPr/>
        </p:nvSpPr>
        <p:spPr bwMode="auto">
          <a:xfrm>
            <a:off x="273050" y="3024188"/>
            <a:ext cx="880110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                          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求该汽车的速度变化函数</a:t>
            </a:r>
            <a:r>
              <a:rPr lang="en-US" altLang="en-US" sz="3200" i="1">
                <a:solidFill>
                  <a:schemeClr val="tx1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 i="1">
                <a:solidFill>
                  <a:schemeClr val="tx1"/>
                </a:solidFill>
              </a:rPr>
              <a:t>t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),</a:t>
            </a:r>
            <a:r>
              <a:rPr lang="zh-CN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使其满足:</a:t>
            </a:r>
            <a:r>
              <a:rPr lang="zh-CN" altLang="en-US" sz="3200" b="1">
                <a:latin typeface="宋体" panose="02010600030101010101" pitchFamily="2" charset="-122"/>
              </a:rPr>
              <a:t>      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en-US" sz="3200" b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141" name="Text Box 325"/>
          <p:cNvSpPr txBox="1">
            <a:spLocks noChangeArrowheads="1"/>
          </p:cNvSpPr>
          <p:nvPr/>
        </p:nvSpPr>
        <p:spPr bwMode="auto">
          <a:xfrm>
            <a:off x="188278" y="3024188"/>
            <a:ext cx="343408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</a:rPr>
              <a:t>函数插值</a:t>
            </a:r>
            <a:r>
              <a:rPr lang="zh-CN" altLang="en-US" sz="3200">
                <a:solidFill>
                  <a:schemeClr val="tx1"/>
                </a:solidFill>
              </a:rPr>
              <a:t>问题是</a:t>
            </a:r>
            <a:r>
              <a:rPr lang="zh-CN" altLang="en-US" sz="3200"/>
              <a:t>：</a:t>
            </a:r>
            <a:r>
              <a:rPr lang="zh-CN" altLang="en-US"/>
              <a:t> </a:t>
            </a:r>
          </a:p>
        </p:txBody>
      </p:sp>
      <p:sp>
        <p:nvSpPr>
          <p:cNvPr id="4" name="Text Box 326"/>
          <p:cNvSpPr txBox="1">
            <a:spLocks noChangeArrowheads="1"/>
          </p:cNvSpPr>
          <p:nvPr/>
        </p:nvSpPr>
        <p:spPr bwMode="auto">
          <a:xfrm>
            <a:off x="188595" y="4100513"/>
            <a:ext cx="880110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数值积分</a:t>
            </a:r>
            <a:r>
              <a:rPr lang="zh-CN" altLang="en-US" dirty="0">
                <a:solidFill>
                  <a:schemeClr val="tx1"/>
                </a:solidFill>
              </a:rPr>
              <a:t>问题是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求该汽车的位移变化函数</a:t>
            </a:r>
            <a:r>
              <a:rPr lang="en-US" altLang="en-US" sz="3200" i="1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 i="1" dirty="0">
                <a:solidFill>
                  <a:schemeClr val="tx1"/>
                </a:solidFill>
              </a:rPr>
              <a:t>t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),</a:t>
            </a:r>
            <a:r>
              <a:rPr lang="zh-CN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使其满足:</a:t>
            </a:r>
            <a:r>
              <a:rPr lang="zh-CN" altLang="en-US" sz="3200" b="1" dirty="0">
                <a:latin typeface="宋体" panose="02010600030101010101" pitchFamily="2" charset="-122"/>
              </a:rPr>
              <a:t> 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3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lang="en-US" altLang="en-US" sz="3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en-US" sz="32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326"/>
          <p:cNvSpPr txBox="1">
            <a:spLocks noChangeArrowheads="1"/>
          </p:cNvSpPr>
          <p:nvPr/>
        </p:nvSpPr>
        <p:spPr bwMode="auto">
          <a:xfrm>
            <a:off x="188595" y="5324158"/>
            <a:ext cx="880110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数值微分</a:t>
            </a:r>
            <a:r>
              <a:rPr lang="zh-CN" altLang="en-US">
                <a:solidFill>
                  <a:schemeClr val="tx1"/>
                </a:solidFill>
              </a:rPr>
              <a:t>问题是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求该汽车的加速度</a:t>
            </a:r>
            <a:r>
              <a:rPr lang="en-US" altLang="en-US" sz="3200" i="1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 i="1">
                <a:solidFill>
                  <a:schemeClr val="tx1"/>
                </a:solidFill>
              </a:rPr>
              <a:t>t</a:t>
            </a:r>
            <a:r>
              <a:rPr lang="en-US" altLang="en-US" i="1" baseline="-25000" dirty="0" err="1">
                <a:solidFill>
                  <a:schemeClr val="tx1"/>
                </a:solidFill>
                <a:sym typeface="+mn-ea"/>
              </a:rPr>
              <a:t>k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),</a:t>
            </a:r>
          </a:p>
          <a:p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使其满足:</a:t>
            </a:r>
            <a:r>
              <a:rPr lang="zh-CN" altLang="en-US" sz="3200" b="1">
                <a:latin typeface="宋体" panose="02010600030101010101" pitchFamily="2" charset="-122"/>
              </a:rPr>
              <a:t>     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en-US" sz="3200" b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39" grpId="0" autoUpdateAnimBg="0"/>
      <p:bldP spid="35142" grpId="0" autoUpdateAnimBg="0"/>
      <p:bldP spid="35141" grpId="0" autoUpdateAnimBg="0"/>
      <p:bldP spid="4" grpId="0" autoUpdateAnimBg="0"/>
      <p:bldP spid="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/>
          </p:cNvSpPr>
          <p:nvPr>
            <p:ph type="title"/>
          </p:nvPr>
        </p:nvSpPr>
        <p:spPr>
          <a:xfrm>
            <a:off x="439738" y="228600"/>
            <a:ext cx="8429625" cy="871538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sz="4400" b="1" u="none" dirty="0"/>
              <a:t> 数值积分与数值微分</a:t>
            </a:r>
          </a:p>
        </p:txBody>
      </p:sp>
      <p:sp>
        <p:nvSpPr>
          <p:cNvPr id="212995" name="Rectangle 3"/>
          <p:cNvSpPr>
            <a:spLocks noGrp="1"/>
          </p:cNvSpPr>
          <p:nvPr>
            <p:ph sz="half" idx="1"/>
          </p:nvPr>
        </p:nvSpPr>
        <p:spPr>
          <a:xfrm>
            <a:off x="460375" y="1330325"/>
            <a:ext cx="4264025" cy="495935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  <a:buSzPct val="85000"/>
              <a:buNone/>
            </a:pPr>
            <a:r>
              <a:rPr lang="zh-CN" altLang="en-US" sz="3200" b="1" dirty="0">
                <a:latin typeface="+mn-lt"/>
                <a:ea typeface="+mn-ea"/>
                <a:cs typeface="+mn-cs"/>
              </a:rPr>
              <a:t>主要目的：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 </a:t>
            </a:r>
          </a:p>
          <a:p>
            <a:pPr>
              <a:lnSpc>
                <a:spcPct val="90000"/>
              </a:lnSpc>
              <a:buSzPct val="8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讨论数值积分的基本理论与方法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代数精度的概念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数值稳定性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插值型数值积分的思想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复化求积方法的思想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变步长的求积方法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Guass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求积公式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SzPct val="8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讨论求数值微分的各种方法</a:t>
            </a:r>
          </a:p>
        </p:txBody>
      </p:sp>
      <p:sp>
        <p:nvSpPr>
          <p:cNvPr id="212996" name="Rectangle 4"/>
          <p:cNvSpPr>
            <a:spLocks noGrp="1"/>
          </p:cNvSpPr>
          <p:nvPr>
            <p:ph sz="half" idx="2"/>
          </p:nvPr>
        </p:nvSpPr>
        <p:spPr>
          <a:xfrm>
            <a:off x="4635500" y="1335088"/>
            <a:ext cx="4089400" cy="5259387"/>
          </a:xfrm>
        </p:spPr>
        <p:txBody>
          <a:bodyPr vert="horz" wrap="square" lIns="91440" tIns="45720" rIns="91440" bIns="45720" anchor="t"/>
          <a:lstStyle/>
          <a:p>
            <a:pPr>
              <a:buSzPct val="85000"/>
              <a:buNone/>
            </a:pPr>
            <a:r>
              <a:rPr lang="zh-CN" altLang="en-US" sz="3200" b="1" dirty="0">
                <a:latin typeface="+mn-lt"/>
                <a:ea typeface="+mn-ea"/>
                <a:cs typeface="+mn-cs"/>
              </a:rPr>
              <a:t>主要内容:</a:t>
            </a:r>
            <a:endParaRPr lang="en-US" altLang="zh-CN" sz="3200" dirty="0">
              <a:latin typeface="+mn-lt"/>
              <a:ea typeface="+mn-ea"/>
              <a:cs typeface="+mn-cs"/>
            </a:endParaRPr>
          </a:p>
          <a:p>
            <a:pPr>
              <a:buSzPct val="8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数值积分公式及其代数精度</a:t>
            </a:r>
          </a:p>
          <a:p>
            <a:pPr>
              <a:buSzPct val="8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插值型数值积分公式</a:t>
            </a:r>
          </a:p>
          <a:p>
            <a:pPr>
              <a:buSzPct val="8500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与</a:t>
            </a:r>
            <a:r>
              <a:rPr lang="zh-CN" altLang="en-US" dirty="0">
                <a:latin typeface="+mn-lt"/>
                <a:ea typeface="+mn-ea"/>
                <a:cs typeface="+mn-cs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Newton-Cotes 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+mn-cs"/>
              </a:rPr>
              <a:t>公式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>
              <a:buSzPct val="85000"/>
            </a:pPr>
            <a:r>
              <a:rPr lang="zh-CN" altLang="en-US" dirty="0">
                <a:latin typeface="+mn-lt"/>
                <a:ea typeface="黑体" panose="02010609060101010101" pitchFamily="49" charset="-122"/>
                <a:cs typeface="+mn-cs"/>
              </a:rPr>
              <a:t>复化求积法</a:t>
            </a:r>
          </a:p>
          <a:p>
            <a:pPr>
              <a:buSzPct val="85000"/>
            </a:pPr>
            <a:r>
              <a:rPr lang="zh-CN" altLang="en-US" dirty="0">
                <a:latin typeface="+mn-lt"/>
                <a:ea typeface="黑体" panose="02010609060101010101" pitchFamily="49" charset="-122"/>
                <a:cs typeface="+mn-cs"/>
              </a:rPr>
              <a:t>变步长的梯形公式</a:t>
            </a:r>
          </a:p>
          <a:p>
            <a:pPr>
              <a:buSzPct val="85000"/>
              <a:buNone/>
            </a:pPr>
            <a:r>
              <a:rPr lang="zh-CN" altLang="en-US" dirty="0">
                <a:latin typeface="+mn-lt"/>
                <a:ea typeface="+mn-ea"/>
                <a:cs typeface="+mn-cs"/>
              </a:rPr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Romberg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算法</a:t>
            </a:r>
          </a:p>
          <a:p>
            <a:pPr>
              <a:buSzPct val="85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Guass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求积公式</a:t>
            </a:r>
          </a:p>
          <a:p>
            <a:pPr>
              <a:buSzPct val="85000"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数值微分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2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2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12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2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12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12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2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12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129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 bldLvl="3"/>
      <p:bldP spid="212996" grpId="0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zh-CN" sz="4000" b="1" u="none" dirty="0">
                <a:solidFill>
                  <a:srgbClr val="0033CC"/>
                </a:solidFill>
              </a:rPr>
              <a:t>8.1 数值积分公式及其代数精度</a:t>
            </a:r>
            <a:endParaRPr lang="zh-CN" altLang="en-US" sz="4000" b="1" u="none" dirty="0">
              <a:solidFill>
                <a:srgbClr val="0033CC"/>
              </a:solidFill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533400" y="1339850"/>
            <a:ext cx="7772400" cy="587375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FF0000"/>
                </a:solidFill>
              </a:rPr>
              <a:t>1.数值积分公式的定义：</a:t>
            </a:r>
          </a:p>
        </p:txBody>
      </p:sp>
      <p:sp>
        <p:nvSpPr>
          <p:cNvPr id="405516" name="Text Box 12"/>
          <p:cNvSpPr txBox="1"/>
          <p:nvPr/>
        </p:nvSpPr>
        <p:spPr>
          <a:xfrm>
            <a:off x="442913" y="2536825"/>
            <a:ext cx="8280400" cy="11734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函数值为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= 0 , 1, . . . 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 ,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由定积分的定义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4" name="Group 23"/>
          <p:cNvGrpSpPr/>
          <p:nvPr/>
        </p:nvGrpSpPr>
        <p:grpSpPr>
          <a:xfrm>
            <a:off x="2029460" y="5547360"/>
            <a:ext cx="5675313" cy="1104900"/>
            <a:chOff x="675" y="1680"/>
            <a:chExt cx="3575" cy="696"/>
          </a:xfrm>
        </p:grpSpPr>
        <p:graphicFrame>
          <p:nvGraphicFramePr>
            <p:cNvPr id="5131" name="Object 24"/>
            <p:cNvGraphicFramePr>
              <a:graphicFrameLocks/>
            </p:cNvGraphicFramePr>
            <p:nvPr/>
          </p:nvGraphicFramePr>
          <p:xfrm>
            <a:off x="675" y="1680"/>
            <a:ext cx="2489" cy="696"/>
          </p:xfrm>
          <a:graphic>
            <a:graphicData uri="http://schemas.openxmlformats.org/presentationml/2006/ole">
              <p:oleObj spid="_x0000_s1027" r:id="rId4" imgW="36880800" imgH="10363200" progId="">
                <p:embed/>
              </p:oleObj>
            </a:graphicData>
          </a:graphic>
        </p:graphicFrame>
        <p:sp>
          <p:nvSpPr>
            <p:cNvPr id="5133" name="Text Box 26"/>
            <p:cNvSpPr txBox="1"/>
            <p:nvPr/>
          </p:nvSpPr>
          <p:spPr>
            <a:xfrm>
              <a:off x="3452" y="1829"/>
              <a:ext cx="79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(8.1.2)</a:t>
              </a:r>
            </a:p>
          </p:txBody>
        </p:sp>
      </p:grpSp>
      <p:grpSp>
        <p:nvGrpSpPr>
          <p:cNvPr id="5" name="Group 29"/>
          <p:cNvGrpSpPr/>
          <p:nvPr/>
        </p:nvGrpSpPr>
        <p:grpSpPr>
          <a:xfrm>
            <a:off x="984250" y="1920875"/>
            <a:ext cx="7443788" cy="623888"/>
            <a:chOff x="324" y="1306"/>
            <a:chExt cx="4689" cy="393"/>
          </a:xfrm>
        </p:grpSpPr>
        <p:sp>
          <p:nvSpPr>
            <p:cNvPr id="5135" name="Text Box 27"/>
            <p:cNvSpPr txBox="1"/>
            <p:nvPr/>
          </p:nvSpPr>
          <p:spPr>
            <a:xfrm>
              <a:off x="324" y="1306"/>
              <a:ext cx="468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设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 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在节点                                处的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5136" name="Object 28"/>
            <p:cNvGraphicFramePr>
              <a:graphicFrameLocks/>
            </p:cNvGraphicFramePr>
            <p:nvPr/>
          </p:nvGraphicFramePr>
          <p:xfrm>
            <a:off x="2030" y="1332"/>
            <a:ext cx="2364" cy="367"/>
          </p:xfrm>
          <a:graphic>
            <a:graphicData uri="http://schemas.openxmlformats.org/presentationml/2006/ole">
              <p:oleObj spid="_x0000_s1028" r:id="rId5" imgW="35356800" imgH="5486400" progId="">
                <p:embed/>
              </p:oleObj>
            </a:graphicData>
          </a:graphic>
        </p:graphicFrame>
      </p:grpSp>
      <p:graphicFrame>
        <p:nvGraphicFramePr>
          <p:cNvPr id="6" name="对象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2854643" y="3113405"/>
          <a:ext cx="2780665" cy="1113155"/>
        </p:xfrm>
        <a:graphic>
          <a:graphicData uri="http://schemas.openxmlformats.org/presentationml/2006/ole">
            <p:oleObj spid="_x0000_s103425" r:id="rId6" imgW="1079280" imgH="431640" progId="Equation.3">
              <p:embed/>
            </p:oleObj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2595245" y="4225925"/>
          <a:ext cx="3125470" cy="902335"/>
        </p:xfrm>
        <a:graphic>
          <a:graphicData uri="http://schemas.openxmlformats.org/presentationml/2006/ole">
            <p:oleObj spid="_x0000_s103426" r:id="rId7" imgW="1320480" imgH="380880" progId="Equation.3">
              <p:embed/>
            </p:oleObj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65150" y="5093970"/>
            <a:ext cx="6880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所以，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f(x)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的定积分可以近似为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05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zh-CN" sz="4000" b="1" u="none" dirty="0">
                <a:solidFill>
                  <a:srgbClr val="0033CC"/>
                </a:solidFill>
              </a:rPr>
              <a:t>8.1 数值积分公式及其代数精度</a:t>
            </a:r>
            <a:endParaRPr lang="zh-CN" altLang="en-US" sz="4000" b="1" u="none" dirty="0">
              <a:solidFill>
                <a:srgbClr val="0033CC"/>
              </a:solidFill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533400" y="1339850"/>
            <a:ext cx="7772400" cy="587375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FF0000"/>
                </a:solidFill>
              </a:rPr>
              <a:t>1.数值积分公式的定义：</a:t>
            </a:r>
          </a:p>
        </p:txBody>
      </p:sp>
      <p:sp>
        <p:nvSpPr>
          <p:cNvPr id="405516" name="Text Box 12"/>
          <p:cNvSpPr txBox="1"/>
          <p:nvPr/>
        </p:nvSpPr>
        <p:spPr>
          <a:xfrm>
            <a:off x="442913" y="2536825"/>
            <a:ext cx="8280400" cy="11652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函数值为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= 0 , 1, . . . 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 ,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取上述这些函数值的带权的和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2813050" y="3463925"/>
            <a:ext cx="5022850" cy="1101725"/>
            <a:chOff x="1873" y="1988"/>
            <a:chExt cx="3164" cy="694"/>
          </a:xfrm>
        </p:grpSpPr>
        <p:graphicFrame>
          <p:nvGraphicFramePr>
            <p:cNvPr id="5125" name="Object 14"/>
            <p:cNvGraphicFramePr>
              <a:graphicFrameLocks/>
            </p:cNvGraphicFramePr>
            <p:nvPr/>
          </p:nvGraphicFramePr>
          <p:xfrm>
            <a:off x="1873" y="1988"/>
            <a:ext cx="1965" cy="694"/>
          </p:xfrm>
          <a:graphic>
            <a:graphicData uri="http://schemas.openxmlformats.org/presentationml/2006/ole">
              <p:oleObj spid="_x0000_s124932" r:id="rId4" imgW="29260800" imgH="10363200" progId="">
                <p:embed/>
              </p:oleObj>
            </a:graphicData>
          </a:graphic>
        </p:graphicFrame>
        <p:sp>
          <p:nvSpPr>
            <p:cNvPr id="5126" name="Text Box 15"/>
            <p:cNvSpPr txBox="1"/>
            <p:nvPr/>
          </p:nvSpPr>
          <p:spPr>
            <a:xfrm>
              <a:off x="4239" y="2125"/>
              <a:ext cx="79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(8.1.1)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361950" y="4406900"/>
            <a:ext cx="4511675" cy="844550"/>
            <a:chOff x="180" y="2747"/>
            <a:chExt cx="2842" cy="532"/>
          </a:xfrm>
        </p:grpSpPr>
        <p:sp>
          <p:nvSpPr>
            <p:cNvPr id="5128" name="Text Box 17"/>
            <p:cNvSpPr txBox="1"/>
            <p:nvPr/>
          </p:nvSpPr>
          <p:spPr>
            <a:xfrm>
              <a:off x="180" y="2841"/>
              <a:ext cx="284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作为              的近似值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5129" name="Object 18"/>
            <p:cNvGraphicFramePr>
              <a:graphicFrameLocks/>
            </p:cNvGraphicFramePr>
            <p:nvPr/>
          </p:nvGraphicFramePr>
          <p:xfrm>
            <a:off x="759" y="2747"/>
            <a:ext cx="1022" cy="532"/>
          </p:xfrm>
          <a:graphic>
            <a:graphicData uri="http://schemas.openxmlformats.org/presentationml/2006/ole">
              <p:oleObj spid="_x0000_s124931" r:id="rId5" imgW="15240000" imgH="7924800" progId="">
                <p:embed/>
              </p:oleObj>
            </a:graphicData>
          </a:graphic>
        </p:graphicFrame>
      </p:grpSp>
      <p:grpSp>
        <p:nvGrpSpPr>
          <p:cNvPr id="4" name="Group 23"/>
          <p:cNvGrpSpPr/>
          <p:nvPr/>
        </p:nvGrpSpPr>
        <p:grpSpPr>
          <a:xfrm>
            <a:off x="2133600" y="4548188"/>
            <a:ext cx="5675313" cy="1878012"/>
            <a:chOff x="675" y="1193"/>
            <a:chExt cx="3575" cy="1183"/>
          </a:xfrm>
        </p:grpSpPr>
        <p:graphicFrame>
          <p:nvGraphicFramePr>
            <p:cNvPr id="5131" name="Object 24"/>
            <p:cNvGraphicFramePr>
              <a:graphicFrameLocks/>
            </p:cNvGraphicFramePr>
            <p:nvPr/>
          </p:nvGraphicFramePr>
          <p:xfrm>
            <a:off x="675" y="1680"/>
            <a:ext cx="2489" cy="696"/>
          </p:xfrm>
          <a:graphic>
            <a:graphicData uri="http://schemas.openxmlformats.org/presentationml/2006/ole">
              <p:oleObj spid="_x0000_s124930" r:id="rId6" imgW="36880800" imgH="10363200" progId="">
                <p:embed/>
              </p:oleObj>
            </a:graphicData>
          </a:graphic>
        </p:graphicFrame>
        <p:sp>
          <p:nvSpPr>
            <p:cNvPr id="5132" name="Text Box 25"/>
            <p:cNvSpPr txBox="1"/>
            <p:nvPr/>
          </p:nvSpPr>
          <p:spPr>
            <a:xfrm>
              <a:off x="2432" y="1193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即令</a:t>
              </a:r>
            </a:p>
          </p:txBody>
        </p:sp>
        <p:sp>
          <p:nvSpPr>
            <p:cNvPr id="5133" name="Text Box 26"/>
            <p:cNvSpPr txBox="1"/>
            <p:nvPr/>
          </p:nvSpPr>
          <p:spPr>
            <a:xfrm>
              <a:off x="3452" y="1829"/>
              <a:ext cx="79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(8.1.2)</a:t>
              </a:r>
            </a:p>
          </p:txBody>
        </p:sp>
      </p:grpSp>
      <p:grpSp>
        <p:nvGrpSpPr>
          <p:cNvPr id="5" name="Group 29"/>
          <p:cNvGrpSpPr/>
          <p:nvPr/>
        </p:nvGrpSpPr>
        <p:grpSpPr>
          <a:xfrm>
            <a:off x="984250" y="1920875"/>
            <a:ext cx="7443788" cy="623888"/>
            <a:chOff x="324" y="1306"/>
            <a:chExt cx="4689" cy="393"/>
          </a:xfrm>
        </p:grpSpPr>
        <p:sp>
          <p:nvSpPr>
            <p:cNvPr id="5135" name="Text Box 27"/>
            <p:cNvSpPr txBox="1"/>
            <p:nvPr/>
          </p:nvSpPr>
          <p:spPr>
            <a:xfrm>
              <a:off x="324" y="1306"/>
              <a:ext cx="468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设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 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在节点                                处的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5136" name="Object 28"/>
            <p:cNvGraphicFramePr>
              <a:graphicFrameLocks/>
            </p:cNvGraphicFramePr>
            <p:nvPr/>
          </p:nvGraphicFramePr>
          <p:xfrm>
            <a:off x="2030" y="1332"/>
            <a:ext cx="2364" cy="367"/>
          </p:xfrm>
          <a:graphic>
            <a:graphicData uri="http://schemas.openxmlformats.org/presentationml/2006/ole">
              <p:oleObj spid="_x0000_s124929" r:id="rId7" imgW="35356800" imgH="5486400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05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96" name="Text Box 180"/>
          <p:cNvSpPr txBox="1"/>
          <p:nvPr/>
        </p:nvSpPr>
        <p:spPr>
          <a:xfrm>
            <a:off x="315913" y="1616075"/>
            <a:ext cx="8462962" cy="1570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称上式为</a:t>
            </a: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数值积分公式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。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= 0 , 1 , </a:t>
            </a:r>
            <a:r>
              <a:rPr lang="en-US" altLang="en-US" baseline="16000" dirty="0">
                <a:solidFill>
                  <a:schemeClr val="tx1"/>
                </a:solidFill>
                <a:latin typeface="Times New Roman" panose="02020603050405020304" pitchFamily="18" charset="0"/>
              </a:rPr>
              <a:t>. . .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称为求积节点。权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又称求积系数,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仅与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的选取有关。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6146" name="Group 200"/>
          <p:cNvGrpSpPr/>
          <p:nvPr/>
        </p:nvGrpSpPr>
        <p:grpSpPr>
          <a:xfrm>
            <a:off x="2265363" y="666750"/>
            <a:ext cx="5624512" cy="952500"/>
            <a:chOff x="1167" y="2043"/>
            <a:chExt cx="3543" cy="600"/>
          </a:xfrm>
        </p:grpSpPr>
        <p:graphicFrame>
          <p:nvGraphicFramePr>
            <p:cNvPr id="6147" name="Object 198"/>
            <p:cNvGraphicFramePr>
              <a:graphicFrameLocks/>
            </p:cNvGraphicFramePr>
            <p:nvPr/>
          </p:nvGraphicFramePr>
          <p:xfrm>
            <a:off x="1167" y="2043"/>
            <a:ext cx="2145" cy="600"/>
          </p:xfrm>
          <a:graphic>
            <a:graphicData uri="http://schemas.openxmlformats.org/presentationml/2006/ole">
              <p:oleObj spid="_x0000_s2049" r:id="rId4" imgW="36880800" imgH="10363200" progId="">
                <p:embed/>
              </p:oleObj>
            </a:graphicData>
          </a:graphic>
        </p:graphicFrame>
        <p:sp>
          <p:nvSpPr>
            <p:cNvPr id="6148" name="Text Box 199"/>
            <p:cNvSpPr txBox="1"/>
            <p:nvPr/>
          </p:nvSpPr>
          <p:spPr>
            <a:xfrm>
              <a:off x="3912" y="2152"/>
              <a:ext cx="79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(8.1.2)</a:t>
              </a:r>
            </a:p>
          </p:txBody>
        </p:sp>
      </p:grpSp>
      <p:sp>
        <p:nvSpPr>
          <p:cNvPr id="214217" name="Text Box 201"/>
          <p:cNvSpPr txBox="1"/>
          <p:nvPr/>
        </p:nvSpPr>
        <p:spPr>
          <a:xfrm>
            <a:off x="280988" y="3149600"/>
            <a:ext cx="8356600" cy="20621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en-US" altLang="zh-CN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这类数值积分公式通常称为机械求积公式，其特点是利用一些函数值的组合算出积分的近似值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。 这就避开了牛顿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—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莱伯尼兹公式需要寻求原函数的困难。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合 10"/>
          <p:cNvGrpSpPr/>
          <p:nvPr/>
        </p:nvGrpSpPr>
        <p:grpSpPr>
          <a:xfrm>
            <a:off x="317500" y="4984750"/>
            <a:ext cx="8615363" cy="1617663"/>
            <a:chOff x="360363" y="5210226"/>
            <a:chExt cx="8615362" cy="1617270"/>
          </a:xfrm>
        </p:grpSpPr>
        <p:sp>
          <p:nvSpPr>
            <p:cNvPr id="6151" name="Text Box 182"/>
            <p:cNvSpPr txBox="1"/>
            <p:nvPr/>
          </p:nvSpPr>
          <p:spPr>
            <a:xfrm>
              <a:off x="360363" y="5257836"/>
              <a:ext cx="8615362" cy="15696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称     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                                 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为数值求积公式的</a:t>
              </a:r>
              <a:r>
                <a:rPr lang="zh-CN" altLang="en-US" b="1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余项（或截断误差）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。</a:t>
              </a:r>
            </a:p>
          </p:txBody>
        </p:sp>
        <p:graphicFrame>
          <p:nvGraphicFramePr>
            <p:cNvPr id="6152" name="Object 7"/>
            <p:cNvGraphicFramePr>
              <a:graphicFrameLocks/>
            </p:cNvGraphicFramePr>
            <p:nvPr/>
          </p:nvGraphicFramePr>
          <p:xfrm>
            <a:off x="845750" y="5210226"/>
            <a:ext cx="4749800" cy="1062038"/>
          </p:xfrm>
          <a:graphic>
            <a:graphicData uri="http://schemas.openxmlformats.org/presentationml/2006/ole">
              <p:oleObj spid="_x0000_s2050" r:id="rId5" imgW="46024800" imgH="1036320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196" grpId="0"/>
      <p:bldP spid="2142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6"/>
          <p:cNvSpPr>
            <a:spLocks noGrp="1"/>
          </p:cNvSpPr>
          <p:nvPr>
            <p:ph type="title"/>
          </p:nvPr>
        </p:nvSpPr>
        <p:spPr>
          <a:xfrm>
            <a:off x="211138" y="273050"/>
            <a:ext cx="7772400" cy="585788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zh-CN" sz="2800" u="none" dirty="0">
                <a:solidFill>
                  <a:srgbClr val="0033CC"/>
                </a:solidFill>
              </a:rPr>
              <a:t> </a:t>
            </a:r>
            <a:r>
              <a:rPr lang="zh-CN" altLang="en-US" sz="3600" b="1" u="none" dirty="0">
                <a:solidFill>
                  <a:srgbClr val="FF0000"/>
                </a:solidFill>
              </a:rPr>
              <a:t>2.</a:t>
            </a:r>
            <a:r>
              <a:rPr lang="zh-CN" altLang="zh-CN" sz="3600" b="1" u="none" dirty="0">
                <a:solidFill>
                  <a:srgbClr val="FF0000"/>
                </a:solidFill>
              </a:rPr>
              <a:t>数值积分公式的代数精度</a:t>
            </a:r>
            <a:endParaRPr lang="zh-CN" altLang="en-US" sz="4000" b="1" u="none" dirty="0">
              <a:solidFill>
                <a:srgbClr val="FF0000"/>
              </a:solidFill>
            </a:endParaRPr>
          </a:p>
        </p:txBody>
      </p:sp>
      <p:sp>
        <p:nvSpPr>
          <p:cNvPr id="215047" name="Text Box 7"/>
          <p:cNvSpPr txBox="1"/>
          <p:nvPr/>
        </p:nvSpPr>
        <p:spPr>
          <a:xfrm>
            <a:off x="260350" y="990600"/>
            <a:ext cx="8480425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    利用余项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可以描述数值积分公式的精度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而刻画其精度的另一概念是代数精度.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15048" name="Text Box 8"/>
          <p:cNvSpPr txBox="1"/>
          <p:nvPr/>
        </p:nvSpPr>
        <p:spPr>
          <a:xfrm>
            <a:off x="254000" y="957263"/>
            <a:ext cx="8467725" cy="333819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定义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8.1.1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若数值积分公式对于一切次数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的代数多项式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都准确成立,  则称其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至少具有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次代数精度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;  若数值积分公式对于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一切次数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的代数多项式都准确成立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而对于某个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+1 次代数多项式不准确成立,  则称此求积公式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具有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次代数精度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15051" name="Text Box 11"/>
          <p:cNvSpPr txBox="1"/>
          <p:nvPr/>
        </p:nvSpPr>
        <p:spPr>
          <a:xfrm>
            <a:off x="317500" y="4270375"/>
            <a:ext cx="8607425" cy="225615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定理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8.1.1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数值积分公式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具有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次代数精度的充分必要条件是当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=1,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en-US" baseline="16000" dirty="0">
                <a:solidFill>
                  <a:schemeClr val="tx1"/>
                </a:solidFill>
                <a:latin typeface="Times New Roman" panose="02020603050405020304" pitchFamily="18" charset="0"/>
              </a:rPr>
              <a:t>. . .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数值积分公式准确成立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而当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其不准确成立.</a:t>
            </a:r>
          </a:p>
        </p:txBody>
      </p:sp>
      <p:sp>
        <p:nvSpPr>
          <p:cNvPr id="215053" name="Text Box 13"/>
          <p:cNvSpPr txBox="1"/>
          <p:nvPr/>
        </p:nvSpPr>
        <p:spPr>
          <a:xfrm>
            <a:off x="288925" y="4237038"/>
            <a:ext cx="372903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按以上定义易知</a:t>
            </a:r>
            <a:endParaRPr lang="zh-CN" altLang="en-US"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300"/>
                                        <p:tgtEl>
                                          <p:spTgt spid="21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0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7" grpId="0"/>
      <p:bldP spid="215048" grpId="0"/>
      <p:bldP spid="215051" grpId="0"/>
      <p:bldP spid="2150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83" name="Text Box 171"/>
          <p:cNvSpPr txBox="1"/>
          <p:nvPr/>
        </p:nvSpPr>
        <p:spPr>
          <a:xfrm>
            <a:off x="92075" y="1550988"/>
            <a:ext cx="8705850" cy="5937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的代数精度.</a:t>
            </a:r>
            <a:endParaRPr lang="zh-CN" altLang="en-US"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18287" name="Text Box 175"/>
          <p:cNvSpPr txBox="1"/>
          <p:nvPr/>
        </p:nvSpPr>
        <p:spPr>
          <a:xfrm>
            <a:off x="106363" y="2149475"/>
            <a:ext cx="721201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解：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1 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则上式左边 = 右边 =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2;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9219" name="Rectangle 188"/>
          <p:cNvSpPr>
            <a:spLocks noGrp="1"/>
          </p:cNvSpPr>
          <p:nvPr>
            <p:ph type="title"/>
          </p:nvPr>
        </p:nvSpPr>
        <p:spPr>
          <a:xfrm>
            <a:off x="142875" y="101600"/>
            <a:ext cx="7772400" cy="682625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b="1" u="none" dirty="0">
                <a:solidFill>
                  <a:srgbClr val="FF0000"/>
                </a:solidFill>
              </a:rPr>
              <a:t>例</a:t>
            </a:r>
            <a:r>
              <a:rPr lang="en-US" altLang="zh-CN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8.1</a:t>
            </a:r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.1</a:t>
            </a:r>
            <a:r>
              <a:rPr lang="zh-CN" altLang="en-US" u="none" dirty="0">
                <a:solidFill>
                  <a:schemeClr val="tx1"/>
                </a:solidFill>
              </a:rPr>
              <a:t> 确定下列数值积分公式</a:t>
            </a:r>
            <a:endParaRPr lang="zh-CN" altLang="en-US" sz="2400" b="1" u="none" dirty="0">
              <a:solidFill>
                <a:schemeClr val="tx1"/>
              </a:solidFill>
            </a:endParaRPr>
          </a:p>
        </p:txBody>
      </p:sp>
      <p:graphicFrame>
        <p:nvGraphicFramePr>
          <p:cNvPr id="3084" name="Object 12"/>
          <p:cNvGraphicFramePr>
            <a:graphicFrameLocks/>
          </p:cNvGraphicFramePr>
          <p:nvPr/>
        </p:nvGraphicFramePr>
        <p:xfrm>
          <a:off x="1958975" y="658813"/>
          <a:ext cx="4659313" cy="1036637"/>
        </p:xfrm>
        <a:graphic>
          <a:graphicData uri="http://schemas.openxmlformats.org/presentationml/2006/ole">
            <p:oleObj spid="_x0000_s3073" r:id="rId4" imgW="46939200" imgH="10363200" progId="Equation.3">
              <p:embed/>
            </p:oleObj>
          </a:graphicData>
        </a:graphic>
      </p:graphicFrame>
      <p:sp>
        <p:nvSpPr>
          <p:cNvPr id="12" name="Text Box 2051"/>
          <p:cNvSpPr txBox="1"/>
          <p:nvPr/>
        </p:nvSpPr>
        <p:spPr>
          <a:xfrm>
            <a:off x="384175" y="2781300"/>
            <a:ext cx="65960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则上式左边 = 右边 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0;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2051"/>
          <p:cNvSpPr txBox="1"/>
          <p:nvPr/>
        </p:nvSpPr>
        <p:spPr>
          <a:xfrm>
            <a:off x="382588" y="3370263"/>
            <a:ext cx="7081837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，则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上式左边 = 右边 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;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3063" y="5226050"/>
            <a:ext cx="8096250" cy="6334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左边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右边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Text Box 2051"/>
          <p:cNvSpPr txBox="1"/>
          <p:nvPr/>
        </p:nvSpPr>
        <p:spPr>
          <a:xfrm>
            <a:off x="365125" y="3944938"/>
            <a:ext cx="67643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，则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上式左边 = 右边 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;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2051"/>
          <p:cNvSpPr txBox="1"/>
          <p:nvPr/>
        </p:nvSpPr>
        <p:spPr>
          <a:xfrm>
            <a:off x="377825" y="4603750"/>
            <a:ext cx="78263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，则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上式左边 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2/5,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右边 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2/9 ,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5125" y="5802313"/>
            <a:ext cx="7499350" cy="584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所以确定的求积公式具有3 次代数精度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283" grpId="0"/>
      <p:bldP spid="218287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83" name="Text Box 171"/>
          <p:cNvSpPr txBox="1"/>
          <p:nvPr/>
        </p:nvSpPr>
        <p:spPr>
          <a:xfrm>
            <a:off x="92075" y="1311275"/>
            <a:ext cx="8705850" cy="11652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中的待定系数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使其代数精度尽量高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并指出所确定的求积公式的代数精度.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218284" name="Object 172"/>
          <p:cNvGraphicFramePr>
            <a:graphicFrameLocks/>
          </p:cNvGraphicFramePr>
          <p:nvPr/>
        </p:nvGraphicFramePr>
        <p:xfrm>
          <a:off x="1989138" y="614363"/>
          <a:ext cx="5132387" cy="865187"/>
        </p:xfrm>
        <a:graphic>
          <a:graphicData uri="http://schemas.openxmlformats.org/presentationml/2006/ole">
            <p:oleObj spid="_x0000_s4097" r:id="rId4" imgW="55778400" imgH="9448800" progId="">
              <p:embed/>
            </p:oleObj>
          </a:graphicData>
        </a:graphic>
      </p:graphicFrame>
      <p:sp>
        <p:nvSpPr>
          <p:cNvPr id="218287" name="Text Box 175"/>
          <p:cNvSpPr txBox="1"/>
          <p:nvPr/>
        </p:nvSpPr>
        <p:spPr>
          <a:xfrm>
            <a:off x="106363" y="2444750"/>
            <a:ext cx="75596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解：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令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1 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使之准确成立, 则有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218288" name="Object 176"/>
          <p:cNvGraphicFramePr>
            <a:graphicFrameLocks/>
          </p:cNvGraphicFramePr>
          <p:nvPr/>
        </p:nvGraphicFramePr>
        <p:xfrm>
          <a:off x="573088" y="2901950"/>
          <a:ext cx="2532062" cy="2727325"/>
        </p:xfrm>
        <a:graphic>
          <a:graphicData uri="http://schemas.openxmlformats.org/presentationml/2006/ole">
            <p:oleObj spid="_x0000_s4098" r:id="rId5" imgW="27736800" imgH="29870400" progId="">
              <p:embed/>
            </p:oleObj>
          </a:graphicData>
        </a:graphic>
      </p:graphicFrame>
      <p:graphicFrame>
        <p:nvGraphicFramePr>
          <p:cNvPr id="218289" name="Object 177"/>
          <p:cNvGraphicFramePr>
            <a:graphicFrameLocks/>
          </p:cNvGraphicFramePr>
          <p:nvPr/>
        </p:nvGraphicFramePr>
        <p:xfrm>
          <a:off x="3213100" y="3984625"/>
          <a:ext cx="1028700" cy="549275"/>
        </p:xfrm>
        <a:graphic>
          <a:graphicData uri="http://schemas.openxmlformats.org/presentationml/2006/ole">
            <p:oleObj spid="_x0000_s4099" r:id="rId6" imgW="4572000" imgH="3657600" progId="">
              <p:embed/>
            </p:oleObj>
          </a:graphicData>
        </a:graphic>
      </p:graphicFrame>
      <p:graphicFrame>
        <p:nvGraphicFramePr>
          <p:cNvPr id="218290" name="Object 178"/>
          <p:cNvGraphicFramePr>
            <a:graphicFrameLocks/>
          </p:cNvGraphicFramePr>
          <p:nvPr/>
        </p:nvGraphicFramePr>
        <p:xfrm>
          <a:off x="3975100" y="3314700"/>
          <a:ext cx="1819275" cy="1789113"/>
        </p:xfrm>
        <a:graphic>
          <a:graphicData uri="http://schemas.openxmlformats.org/presentationml/2006/ole">
            <p:oleObj spid="_x0000_s4100" r:id="rId7" imgW="24993600" imgH="19507200" progId="">
              <p:embed/>
            </p:oleObj>
          </a:graphicData>
        </a:graphic>
      </p:graphicFrame>
      <p:grpSp>
        <p:nvGrpSpPr>
          <p:cNvPr id="2" name="Group 187"/>
          <p:cNvGrpSpPr/>
          <p:nvPr/>
        </p:nvGrpSpPr>
        <p:grpSpPr>
          <a:xfrm>
            <a:off x="752475" y="5584825"/>
            <a:ext cx="5938838" cy="862013"/>
            <a:chOff x="474" y="3518"/>
            <a:chExt cx="3741" cy="543"/>
          </a:xfrm>
        </p:grpSpPr>
        <p:graphicFrame>
          <p:nvGraphicFramePr>
            <p:cNvPr id="10248" name="Object 180"/>
            <p:cNvGraphicFramePr>
              <a:graphicFrameLocks/>
            </p:cNvGraphicFramePr>
            <p:nvPr/>
          </p:nvGraphicFramePr>
          <p:xfrm>
            <a:off x="973" y="3518"/>
            <a:ext cx="3242" cy="543"/>
          </p:xfrm>
          <a:graphic>
            <a:graphicData uri="http://schemas.openxmlformats.org/presentationml/2006/ole">
              <p:oleObj spid="_x0000_s4101" r:id="rId8" imgW="56083200" imgH="9448800" progId="">
                <p:embed/>
              </p:oleObj>
            </a:graphicData>
          </a:graphic>
        </p:graphicFrame>
        <p:graphicFrame>
          <p:nvGraphicFramePr>
            <p:cNvPr id="10249" name="Object 181"/>
            <p:cNvGraphicFramePr>
              <a:graphicFrameLocks/>
            </p:cNvGraphicFramePr>
            <p:nvPr/>
          </p:nvGraphicFramePr>
          <p:xfrm>
            <a:off x="474" y="3640"/>
            <a:ext cx="455" cy="328"/>
          </p:xfrm>
          <a:graphic>
            <a:graphicData uri="http://schemas.openxmlformats.org/presentationml/2006/ole">
              <p:oleObj spid="_x0000_s4102" r:id="rId9" imgW="4572000" imgH="3657600" progId="">
                <p:embed/>
              </p:oleObj>
            </a:graphicData>
          </a:graphic>
        </p:graphicFrame>
      </p:grpSp>
      <p:sp>
        <p:nvSpPr>
          <p:cNvPr id="10250" name="Rectangle 188"/>
          <p:cNvSpPr>
            <a:spLocks noGrp="1"/>
          </p:cNvSpPr>
          <p:nvPr>
            <p:ph type="title"/>
          </p:nvPr>
        </p:nvSpPr>
        <p:spPr>
          <a:xfrm>
            <a:off x="142875" y="101600"/>
            <a:ext cx="7772400" cy="682625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b="1" u="none" dirty="0">
                <a:solidFill>
                  <a:srgbClr val="FF0000"/>
                </a:solidFill>
              </a:rPr>
              <a:t>例</a:t>
            </a:r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8.1.</a:t>
            </a:r>
            <a:r>
              <a:rPr lang="en-US" altLang="zh-CN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u="none" dirty="0">
                <a:solidFill>
                  <a:schemeClr val="tx1"/>
                </a:solidFill>
              </a:rPr>
              <a:t>确定下列数值积分公式</a:t>
            </a:r>
            <a:endParaRPr lang="zh-CN" altLang="en-US" sz="2400" b="1" u="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1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283" grpId="0"/>
      <p:bldP spid="21828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05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288771" name="Text Box 2051"/>
          <p:cNvSpPr txBox="1"/>
          <p:nvPr/>
        </p:nvSpPr>
        <p:spPr>
          <a:xfrm>
            <a:off x="285750" y="2682875"/>
            <a:ext cx="726916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上式左边 = 右边 = 1/4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。</a:t>
            </a:r>
          </a:p>
        </p:txBody>
      </p:sp>
      <p:sp>
        <p:nvSpPr>
          <p:cNvPr id="288772" name="Text Box 2052"/>
          <p:cNvSpPr txBox="1"/>
          <p:nvPr/>
        </p:nvSpPr>
        <p:spPr>
          <a:xfrm>
            <a:off x="334963" y="3357563"/>
            <a:ext cx="8462962" cy="17494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取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时，上式左边 = 1/5，右边 = 5/24，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左边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右边。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0" hangingPunct="0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所以确定的求积公式具有3 次代数精度。</a:t>
            </a:r>
          </a:p>
        </p:txBody>
      </p:sp>
      <p:grpSp>
        <p:nvGrpSpPr>
          <p:cNvPr id="2" name="Group 2056"/>
          <p:cNvGrpSpPr/>
          <p:nvPr/>
        </p:nvGrpSpPr>
        <p:grpSpPr>
          <a:xfrm>
            <a:off x="307975" y="493713"/>
            <a:ext cx="6269038" cy="2058987"/>
            <a:chOff x="194" y="831"/>
            <a:chExt cx="3949" cy="1297"/>
          </a:xfrm>
        </p:grpSpPr>
        <p:graphicFrame>
          <p:nvGraphicFramePr>
            <p:cNvPr id="11269" name="Object 2053"/>
            <p:cNvGraphicFramePr>
              <a:graphicFrameLocks/>
            </p:cNvGraphicFramePr>
            <p:nvPr/>
          </p:nvGraphicFramePr>
          <p:xfrm>
            <a:off x="901" y="1196"/>
            <a:ext cx="3242" cy="543"/>
          </p:xfrm>
          <a:graphic>
            <a:graphicData uri="http://schemas.openxmlformats.org/presentationml/2006/ole">
              <p:oleObj spid="_x0000_s5121" r:id="rId4" imgW="56083200" imgH="9448800" progId="">
                <p:embed/>
              </p:oleObj>
            </a:graphicData>
          </a:graphic>
        </p:graphicFrame>
        <p:sp>
          <p:nvSpPr>
            <p:cNvPr id="11270" name="Text Box 2054"/>
            <p:cNvSpPr txBox="1"/>
            <p:nvPr/>
          </p:nvSpPr>
          <p:spPr>
            <a:xfrm>
              <a:off x="194" y="831"/>
              <a:ext cx="2676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下面确定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数值积分公式</a:t>
              </a:r>
            </a:p>
          </p:txBody>
        </p:sp>
        <p:sp>
          <p:nvSpPr>
            <p:cNvPr id="11271" name="Text Box 2055"/>
            <p:cNvSpPr txBox="1"/>
            <p:nvPr/>
          </p:nvSpPr>
          <p:spPr>
            <a:xfrm>
              <a:off x="203" y="1794"/>
              <a:ext cx="1652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的代数精度。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8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/>
      <p:bldP spid="28877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05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288778" name="Text Box 2058"/>
          <p:cNvSpPr txBox="1"/>
          <p:nvPr/>
        </p:nvSpPr>
        <p:spPr>
          <a:xfrm>
            <a:off x="471488" y="1250950"/>
            <a:ext cx="8151812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若用类似的方法确定一般的数值积分公式如何？</a:t>
            </a:r>
          </a:p>
        </p:txBody>
      </p:sp>
      <p:graphicFrame>
        <p:nvGraphicFramePr>
          <p:cNvPr id="288779" name="Object 2059"/>
          <p:cNvGraphicFramePr>
            <a:graphicFrameLocks/>
          </p:cNvGraphicFramePr>
          <p:nvPr/>
        </p:nvGraphicFramePr>
        <p:xfrm>
          <a:off x="2366963" y="2249488"/>
          <a:ext cx="3927475" cy="1079500"/>
        </p:xfrm>
        <a:graphic>
          <a:graphicData uri="http://schemas.openxmlformats.org/presentationml/2006/ole">
            <p:oleObj spid="_x0000_s6145" r:id="rId4" imgW="38100000" imgH="10363200" progId="">
              <p:embed/>
            </p:oleObj>
          </a:graphicData>
        </a:graphic>
      </p:graphicFrame>
      <p:sp>
        <p:nvSpPr>
          <p:cNvPr id="11" name="Text Box 2058"/>
          <p:cNvSpPr txBox="1"/>
          <p:nvPr/>
        </p:nvSpPr>
        <p:spPr>
          <a:xfrm>
            <a:off x="454025" y="3597275"/>
            <a:ext cx="8153400" cy="1570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这里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和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未知，一共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+2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个。根据代数精度的定义，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取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 =1,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en-US" baseline="16000" dirty="0">
                <a:solidFill>
                  <a:schemeClr val="tx1"/>
                </a:solidFill>
                <a:latin typeface="Times New Roman" panose="02020603050405020304" pitchFamily="18" charset="0"/>
              </a:rPr>
              <a:t>. . .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n+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，则得到如下方程组：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1000"/>
                                        <p:tgtEl>
                                          <p:spTgt spid="28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8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5266" name="Object 2"/>
          <p:cNvGraphicFramePr>
            <a:graphicFrameLocks/>
          </p:cNvGraphicFramePr>
          <p:nvPr/>
        </p:nvGraphicFramePr>
        <p:xfrm>
          <a:off x="430213" y="620713"/>
          <a:ext cx="5873750" cy="5426075"/>
        </p:xfrm>
        <a:graphic>
          <a:graphicData uri="http://schemas.openxmlformats.org/presentationml/2006/ole">
            <p:oleObj spid="_x0000_s7169" r:id="rId4" imgW="58826400" imgH="54254400" progId="Equation.3">
              <p:embed/>
            </p:oleObj>
          </a:graphicData>
        </a:graphic>
      </p:graphicFrame>
      <p:sp>
        <p:nvSpPr>
          <p:cNvPr id="395267" name="AutoShape 3"/>
          <p:cNvSpPr/>
          <p:nvPr/>
        </p:nvSpPr>
        <p:spPr>
          <a:xfrm>
            <a:off x="6199188" y="1463675"/>
            <a:ext cx="2713037" cy="2392363"/>
          </a:xfrm>
          <a:prstGeom prst="wedgeRoundRectCallout">
            <a:avLst>
              <a:gd name="adj1" fmla="val -96458"/>
              <a:gd name="adj2" fmla="val -3540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eaLnBrk="0" hangingPunct="0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若有解，则得到</a:t>
            </a:r>
            <a:r>
              <a: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的数值积分公式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(8.1.2)</a:t>
            </a:r>
            <a:r>
              <a: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至少有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2n+1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次代数精度。</a:t>
            </a:r>
          </a:p>
        </p:txBody>
      </p:sp>
      <p:graphicFrame>
        <p:nvGraphicFramePr>
          <p:cNvPr id="395268" name="Object 4"/>
          <p:cNvGraphicFramePr>
            <a:graphicFrameLocks/>
          </p:cNvGraphicFramePr>
          <p:nvPr/>
        </p:nvGraphicFramePr>
        <p:xfrm>
          <a:off x="4495800" y="317500"/>
          <a:ext cx="3927475" cy="1079500"/>
        </p:xfrm>
        <a:graphic>
          <a:graphicData uri="http://schemas.openxmlformats.org/presentationml/2006/ole">
            <p:oleObj spid="_x0000_s7170" r:id="rId5" imgW="38100000" imgH="10363200" progId="">
              <p:embed/>
            </p:oleObj>
          </a:graphicData>
        </a:graphic>
      </p:graphicFrame>
      <p:sp>
        <p:nvSpPr>
          <p:cNvPr id="395269" name="AutoShape 5"/>
          <p:cNvSpPr/>
          <p:nvPr/>
        </p:nvSpPr>
        <p:spPr>
          <a:xfrm>
            <a:off x="6516688" y="4119563"/>
            <a:ext cx="2243137" cy="2093912"/>
          </a:xfrm>
          <a:prstGeom prst="wedgeRoundRectCallout">
            <a:avLst>
              <a:gd name="adj1" fmla="val -100671"/>
              <a:gd name="adj2" fmla="val -65694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eaLnBrk="0" hangingPunct="0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但这是一个非线性方程组。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很难求解！！！</a:t>
            </a:r>
            <a:endParaRPr lang="zh-CN" alt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9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9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7" grpId="0" animBg="1"/>
      <p:bldP spid="39526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88275" cy="1554163"/>
          </a:xfrm>
        </p:spPr>
        <p:txBody>
          <a:bodyPr vert="horz" wrap="square" lIns="91440" tIns="45720" rIns="91440" bIns="45720" anchor="ctr"/>
          <a:lstStyle/>
          <a:p>
            <a:r>
              <a:rPr lang="zh-CN" altLang="zh-CN" sz="40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8.2 </a:t>
            </a:r>
            <a:r>
              <a:rPr lang="zh-CN" altLang="zh-CN" sz="4000" b="1" u="none" dirty="0">
                <a:solidFill>
                  <a:srgbClr val="0033CC"/>
                </a:solidFill>
              </a:rPr>
              <a:t>插值型数值积分公式与</a:t>
            </a:r>
            <a:r>
              <a:rPr lang="zh-CN" altLang="en-US" sz="4000" b="1" u="none" dirty="0">
                <a:solidFill>
                  <a:srgbClr val="0033CC"/>
                </a:solidFill>
              </a:rPr>
              <a:t> </a:t>
            </a:r>
            <a:r>
              <a:rPr lang="en-US" altLang="zh-CN" sz="40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Newton-Cotes</a:t>
            </a:r>
            <a:r>
              <a:rPr lang="en-US" altLang="zh-CN" sz="4000" b="1" u="none" dirty="0">
                <a:solidFill>
                  <a:srgbClr val="0033CC"/>
                </a:solidFill>
              </a:rPr>
              <a:t> </a:t>
            </a:r>
            <a:r>
              <a:rPr lang="zh-CN" altLang="zh-CN" sz="4000" b="1" u="none" dirty="0">
                <a:solidFill>
                  <a:srgbClr val="0033CC"/>
                </a:solidFill>
              </a:rPr>
              <a:t>公式</a:t>
            </a:r>
            <a:endParaRPr lang="zh-CN" altLang="en-US" sz="4400" b="1" u="none" dirty="0"/>
          </a:p>
        </p:txBody>
      </p:sp>
      <p:sp>
        <p:nvSpPr>
          <p:cNvPr id="268291" name="Rectangle 3"/>
          <p:cNvSpPr>
            <a:spLocks noGrp="1"/>
          </p:cNvSpPr>
          <p:nvPr>
            <p:ph idx="1"/>
          </p:nvPr>
        </p:nvSpPr>
        <p:spPr>
          <a:xfrm>
            <a:off x="263525" y="1600200"/>
            <a:ext cx="8672513" cy="2651125"/>
          </a:xfrm>
        </p:spPr>
        <p:txBody>
          <a:bodyPr vert="horz" wrap="square" lIns="91440" tIns="45720" rIns="91440" bIns="45720" anchor="t"/>
          <a:lstStyle/>
          <a:p>
            <a:pPr marL="0" indent="0">
              <a:buAutoNum type="arabicPeriod"/>
            </a:pPr>
            <a:r>
              <a:rPr lang="zh-CN" altLang="zh-CN" sz="3600" b="1" dirty="0">
                <a:solidFill>
                  <a:srgbClr val="0033CC"/>
                </a:solidFill>
              </a:rPr>
              <a:t>插值型数值积分公式</a:t>
            </a:r>
            <a:endParaRPr lang="zh-CN" altLang="en-US" sz="3600" b="1" dirty="0">
              <a:solidFill>
                <a:srgbClr val="0033CC"/>
              </a:solidFill>
            </a:endParaRPr>
          </a:p>
          <a:p>
            <a:pPr marL="0" indent="0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dirty="0"/>
              <a:t>       </a:t>
            </a:r>
            <a:r>
              <a:rPr lang="zh-CN" altLang="en-US" sz="3200" dirty="0"/>
              <a:t>设 </a:t>
            </a:r>
            <a:r>
              <a:rPr lang="en-US" altLang="en-US" sz="3200" i="1" dirty="0">
                <a:latin typeface="Times New Roman" panose="02020603050405020304" pitchFamily="18" charset="0"/>
              </a:rPr>
              <a:t>f </a:t>
            </a:r>
            <a:r>
              <a:rPr lang="en-US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</a:rPr>
              <a:t>x</a:t>
            </a:r>
            <a:r>
              <a:rPr lang="en-US" altLang="en-US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在插值节点 </a:t>
            </a:r>
            <a:r>
              <a:rPr lang="en-US" altLang="en-US" sz="3200" i="1" dirty="0">
                <a:latin typeface="Times New Roman" panose="02020603050405020304" pitchFamily="18" charset="0"/>
              </a:rPr>
              <a:t>a</a:t>
            </a:r>
            <a:r>
              <a:rPr lang="en-US" altLang="en-US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宋体" panose="02010600030101010101" pitchFamily="2" charset="-122"/>
              </a:rPr>
              <a:t>≤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0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 &lt; </a:t>
            </a:r>
            <a:r>
              <a:rPr lang="en-US" altLang="zh-CN" sz="3200" baseline="16000" dirty="0">
                <a:latin typeface="Times New Roman" panose="02020603050405020304" pitchFamily="18" charset="0"/>
              </a:rPr>
              <a:t>. . . </a:t>
            </a:r>
            <a:r>
              <a:rPr lang="en-US" altLang="zh-CN" sz="3200" dirty="0">
                <a:latin typeface="Times New Roman" panose="02020603050405020304" pitchFamily="18" charset="0"/>
              </a:rPr>
              <a:t>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宋体" panose="02010600030101010101" pitchFamily="2" charset="-122"/>
              </a:rPr>
              <a:t>≤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</a:rPr>
              <a:t>处的函数值为</a:t>
            </a:r>
            <a:r>
              <a:rPr lang="en-US" altLang="en-US" sz="3200" i="1" dirty="0">
                <a:latin typeface="Times New Roman" panose="02020603050405020304" pitchFamily="18" charset="0"/>
              </a:rPr>
              <a:t>f </a:t>
            </a:r>
            <a:r>
              <a:rPr lang="en-US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en-US" sz="3200" dirty="0">
                <a:latin typeface="Times New Roman" panose="02020603050405020304" pitchFamily="18" charset="0"/>
              </a:rPr>
              <a:t>)  (</a:t>
            </a:r>
            <a:r>
              <a:rPr lang="en-US" altLang="en-US" sz="3200" i="1" dirty="0">
                <a:latin typeface="Times New Roman" panose="02020603050405020304" pitchFamily="18" charset="0"/>
              </a:rPr>
              <a:t>k</a:t>
            </a:r>
            <a:r>
              <a:rPr lang="en-US" altLang="en-US" sz="3200" dirty="0">
                <a:latin typeface="Times New Roman" panose="02020603050405020304" pitchFamily="18" charset="0"/>
              </a:rPr>
              <a:t> = 0 , 1 , </a:t>
            </a:r>
            <a:r>
              <a:rPr lang="en-US" altLang="zh-CN" sz="3200" baseline="16000" dirty="0">
                <a:latin typeface="Times New Roman" panose="02020603050405020304" pitchFamily="18" charset="0"/>
              </a:rPr>
              <a:t>. . . 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n </a:t>
            </a:r>
            <a:r>
              <a:rPr lang="en-US" altLang="zh-CN" sz="3200" dirty="0">
                <a:latin typeface="Times New Roman" panose="02020603050405020304" pitchFamily="18" charset="0"/>
              </a:rPr>
              <a:t>) ,</a:t>
            </a:r>
            <a:r>
              <a:rPr lang="zh-CN" altLang="zh-CN" sz="3200" dirty="0">
                <a:latin typeface="Times New Roman" panose="02020603050405020304" pitchFamily="18" charset="0"/>
              </a:rPr>
              <a:t>作 </a:t>
            </a:r>
            <a:r>
              <a:rPr lang="zh-CN" altLang="zh-CN" sz="3200" i="1" dirty="0">
                <a:latin typeface="Times New Roman" panose="02020603050405020304" pitchFamily="18" charset="0"/>
              </a:rPr>
              <a:t>n </a:t>
            </a:r>
            <a:r>
              <a:rPr lang="zh-CN" altLang="zh-CN" sz="3200" dirty="0">
                <a:latin typeface="Times New Roman" panose="02020603050405020304" pitchFamily="18" charset="0"/>
              </a:rPr>
              <a:t>次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Lagrange </a:t>
            </a:r>
            <a:r>
              <a:rPr lang="zh-CN" altLang="zh-CN" sz="3200" dirty="0">
                <a:latin typeface="Times New Roman" panose="02020603050405020304" pitchFamily="18" charset="0"/>
              </a:rPr>
              <a:t>插值多项式</a:t>
            </a:r>
            <a:endParaRPr lang="zh-CN" altLang="en-US" sz="3200" b="1" dirty="0">
              <a:solidFill>
                <a:srgbClr val="0033CC"/>
              </a:solidFill>
            </a:endParaRPr>
          </a:p>
        </p:txBody>
      </p:sp>
      <p:graphicFrame>
        <p:nvGraphicFramePr>
          <p:cNvPr id="268292" name="Object 4"/>
          <p:cNvGraphicFramePr>
            <a:graphicFrameLocks/>
          </p:cNvGraphicFramePr>
          <p:nvPr/>
        </p:nvGraphicFramePr>
        <p:xfrm>
          <a:off x="4138613" y="3165475"/>
          <a:ext cx="3425825" cy="1036638"/>
        </p:xfrm>
        <a:graphic>
          <a:graphicData uri="http://schemas.openxmlformats.org/presentationml/2006/ole">
            <p:oleObj spid="_x0000_s8193" r:id="rId4" imgW="34137600" imgH="10363200" progId="">
              <p:embed/>
            </p:oleObj>
          </a:graphicData>
        </a:graphic>
      </p:graphicFrame>
      <p:sp>
        <p:nvSpPr>
          <p:cNvPr id="268293" name="Text Box 5"/>
          <p:cNvSpPr txBox="1"/>
          <p:nvPr/>
        </p:nvSpPr>
        <p:spPr>
          <a:xfrm>
            <a:off x="295275" y="4386263"/>
            <a:ext cx="9969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于是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268294" name="Object 6"/>
          <p:cNvGraphicFramePr>
            <a:graphicFrameLocks/>
          </p:cNvGraphicFramePr>
          <p:nvPr/>
        </p:nvGraphicFramePr>
        <p:xfrm>
          <a:off x="1304925" y="4181475"/>
          <a:ext cx="7215188" cy="2138363"/>
        </p:xfrm>
        <a:graphic>
          <a:graphicData uri="http://schemas.openxmlformats.org/presentationml/2006/ole">
            <p:oleObj spid="_x0000_s8194" r:id="rId5" imgW="71628000" imgH="21336000" progId="">
              <p:embed/>
            </p:oleObj>
          </a:graphicData>
        </a:graphic>
      </p:graphicFrame>
      <p:grpSp>
        <p:nvGrpSpPr>
          <p:cNvPr id="2" name="Group 10"/>
          <p:cNvGrpSpPr/>
          <p:nvPr/>
        </p:nvGrpSpPr>
        <p:grpSpPr>
          <a:xfrm>
            <a:off x="3865563" y="5389563"/>
            <a:ext cx="3387725" cy="792162"/>
            <a:chOff x="2675" y="3455"/>
            <a:chExt cx="2134" cy="499"/>
          </a:xfrm>
        </p:grpSpPr>
        <p:graphicFrame>
          <p:nvGraphicFramePr>
            <p:cNvPr id="15367" name="Object 7"/>
            <p:cNvGraphicFramePr>
              <a:graphicFrameLocks/>
            </p:cNvGraphicFramePr>
            <p:nvPr/>
          </p:nvGraphicFramePr>
          <p:xfrm>
            <a:off x="3313" y="3455"/>
            <a:ext cx="1496" cy="499"/>
          </p:xfrm>
          <a:graphic>
            <a:graphicData uri="http://schemas.openxmlformats.org/presentationml/2006/ole">
              <p:oleObj spid="_x0000_s8195" r:id="rId6" imgW="23774400" imgH="7924800" progId="">
                <p:embed/>
              </p:oleObj>
            </a:graphicData>
          </a:graphic>
        </p:graphicFrame>
        <p:sp>
          <p:nvSpPr>
            <p:cNvPr id="15368" name="Text Box 8"/>
            <p:cNvSpPr txBox="1"/>
            <p:nvPr/>
          </p:nvSpPr>
          <p:spPr>
            <a:xfrm>
              <a:off x="2675" y="3531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其中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/>
      <p:bldP spid="26829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22"/>
          <p:cNvSpPr>
            <a:spLocks noGrp="1"/>
          </p:cNvSpPr>
          <p:nvPr>
            <p:ph type="title"/>
          </p:nvPr>
        </p:nvSpPr>
        <p:spPr>
          <a:xfrm>
            <a:off x="236538" y="387350"/>
            <a:ext cx="8159750" cy="725488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b="1" u="none" dirty="0">
                <a:solidFill>
                  <a:srgbClr val="FF0000"/>
                </a:solidFill>
              </a:rPr>
              <a:t>定义</a:t>
            </a:r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8.2.1</a:t>
            </a:r>
            <a:r>
              <a:rPr lang="zh-CN" altLang="en-US" u="none" dirty="0">
                <a:solidFill>
                  <a:srgbClr val="FF0000"/>
                </a:solidFill>
              </a:rPr>
              <a:t> </a:t>
            </a:r>
            <a:r>
              <a:rPr lang="zh-CN" altLang="en-US" b="1" u="none" dirty="0">
                <a:solidFill>
                  <a:schemeClr val="tx1"/>
                </a:solidFill>
              </a:rPr>
              <a:t>对于数值积分公式 </a:t>
            </a:r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(8.1.2)</a:t>
            </a:r>
          </a:p>
        </p:txBody>
      </p:sp>
      <p:sp>
        <p:nvSpPr>
          <p:cNvPr id="219470" name="Text Box 334"/>
          <p:cNvSpPr txBox="1"/>
          <p:nvPr/>
        </p:nvSpPr>
        <p:spPr>
          <a:xfrm>
            <a:off x="1063625" y="4343400"/>
            <a:ext cx="67119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易知，插值型数值积分公式的余项为</a:t>
            </a:r>
            <a:endParaRPr lang="zh-CN" alt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219477" name="Object 341"/>
          <p:cNvGraphicFramePr>
            <a:graphicFrameLocks/>
          </p:cNvGraphicFramePr>
          <p:nvPr/>
        </p:nvGraphicFramePr>
        <p:xfrm>
          <a:off x="2992438" y="992188"/>
          <a:ext cx="3544887" cy="992187"/>
        </p:xfrm>
        <a:graphic>
          <a:graphicData uri="http://schemas.openxmlformats.org/presentationml/2006/ole">
            <p:oleObj spid="_x0000_s9217" r:id="rId4" imgW="36880800" imgH="10363200" progId="">
              <p:embed/>
            </p:oleObj>
          </a:graphicData>
        </a:graphic>
      </p:graphicFrame>
      <p:sp>
        <p:nvSpPr>
          <p:cNvPr id="16390" name="Text Box 343"/>
          <p:cNvSpPr txBox="1"/>
          <p:nvPr/>
        </p:nvSpPr>
        <p:spPr>
          <a:xfrm>
            <a:off x="7633018" y="5935980"/>
            <a:ext cx="1130300" cy="4781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(8.2.3)</a:t>
            </a:r>
          </a:p>
        </p:txBody>
      </p:sp>
      <p:graphicFrame>
        <p:nvGraphicFramePr>
          <p:cNvPr id="219469" name="Object 333"/>
          <p:cNvGraphicFramePr>
            <a:graphicFrameLocks/>
          </p:cNvGraphicFramePr>
          <p:nvPr/>
        </p:nvGraphicFramePr>
        <p:xfrm>
          <a:off x="3087688" y="2316163"/>
          <a:ext cx="2589212" cy="792162"/>
        </p:xfrm>
        <a:graphic>
          <a:graphicData uri="http://schemas.openxmlformats.org/presentationml/2006/ole">
            <p:oleObj spid="_x0000_s9219" r:id="rId5" imgW="25908000" imgH="7924800" progId="">
              <p:embed/>
            </p:oleObj>
          </a:graphicData>
        </a:graphic>
      </p:graphicFrame>
      <p:sp>
        <p:nvSpPr>
          <p:cNvPr id="219482" name="Text Box 346"/>
          <p:cNvSpPr txBox="1"/>
          <p:nvPr/>
        </p:nvSpPr>
        <p:spPr>
          <a:xfrm>
            <a:off x="223838" y="1773238"/>
            <a:ext cx="2622550" cy="6762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若其求积系数</a:t>
            </a:r>
            <a:endParaRPr lang="zh-CN" altLang="en-US" sz="3600" b="1" dirty="0">
              <a:latin typeface="Comic Sans MS" panose="030F0702030302020204" pitchFamily="66" charset="0"/>
            </a:endParaRPr>
          </a:p>
        </p:txBody>
      </p:sp>
      <p:sp>
        <p:nvSpPr>
          <p:cNvPr id="219483" name="Text Box 347"/>
          <p:cNvSpPr txBox="1"/>
          <p:nvPr/>
        </p:nvSpPr>
        <p:spPr>
          <a:xfrm>
            <a:off x="227013" y="3057525"/>
            <a:ext cx="8521700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次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Lagrange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插值基函数，</a:t>
            </a: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则称该数值积分公式是</a:t>
            </a: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插值型的数值积分公式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.</a:t>
            </a: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902970" y="4810125"/>
          <a:ext cx="7724775" cy="1954530"/>
        </p:xfrm>
        <a:graphic>
          <a:graphicData uri="http://schemas.openxmlformats.org/presentationml/2006/ole">
            <p:oleObj spid="_x0000_s9220" r:id="rId6" imgW="3111480" imgH="7873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470" grpId="0"/>
      <p:bldP spid="219482" grpId="0"/>
      <p:bldP spid="21948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 Box 1393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2741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定理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插值型数值积分公式至少具有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次代数精度。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Object 1394"/>
          <p:cNvPicPr/>
          <p:nvPr/>
        </p:nvPicPr>
        <p:blipFill>
          <a:blip r:embed="rId2"/>
          <a:stretch>
            <a:fillRect/>
          </a:stretch>
        </p:blipFill>
        <p:spPr>
          <a:xfrm>
            <a:off x="3265849" y="2702142"/>
            <a:ext cx="2349500" cy="1079500"/>
          </a:xfrm>
          <a:prstGeom prst="rect">
            <a:avLst/>
          </a:prstGeom>
          <a:noFill/>
          <a:ln w="38100">
            <a:noFill/>
            <a:miter/>
          </a:ln>
        </p:spPr>
      </p:pic>
      <p:grpSp>
        <p:nvGrpSpPr>
          <p:cNvPr id="6" name="Group 1399"/>
          <p:cNvGrpSpPr/>
          <p:nvPr/>
        </p:nvGrpSpPr>
        <p:grpSpPr>
          <a:xfrm>
            <a:off x="652824" y="1995704"/>
            <a:ext cx="5427662" cy="579438"/>
            <a:chOff x="279" y="1292"/>
            <a:chExt cx="3419" cy="365"/>
          </a:xfrm>
        </p:grpSpPr>
        <p:sp>
          <p:nvSpPr>
            <p:cNvPr id="7" name="Text Box 1395"/>
            <p:cNvSpPr txBox="1"/>
            <p:nvPr/>
          </p:nvSpPr>
          <p:spPr>
            <a:xfrm>
              <a:off x="279" y="1292"/>
              <a:ext cx="341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特别地,当         时,可得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pic>
          <p:nvPicPr>
            <p:cNvPr id="8" name="图片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12" y="1338"/>
              <a:ext cx="846" cy="313"/>
            </a:xfrm>
            <a:prstGeom prst="rect">
              <a:avLst/>
            </a:prstGeom>
            <a:noFill/>
            <a:ln w="38100">
              <a:noFill/>
              <a:miter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189"/>
          <p:cNvSpPr>
            <a:spLocks noGrp="1"/>
          </p:cNvSpPr>
          <p:nvPr>
            <p:ph type="title"/>
          </p:nvPr>
        </p:nvSpPr>
        <p:spPr>
          <a:xfrm>
            <a:off x="242888" y="358775"/>
            <a:ext cx="7772400" cy="569913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sz="3600" b="1" u="none" dirty="0">
                <a:solidFill>
                  <a:srgbClr val="0033CC"/>
                </a:solidFill>
              </a:rPr>
              <a:t>2.</a:t>
            </a:r>
            <a:r>
              <a:rPr lang="zh-CN" altLang="zh-CN" sz="3600" b="1" u="none" dirty="0">
                <a:solidFill>
                  <a:srgbClr val="0033CC"/>
                </a:solidFill>
              </a:rPr>
              <a:t> Newton-Cotes公式</a:t>
            </a:r>
            <a:endParaRPr lang="zh-CN" altLang="en-US" sz="4000" b="1" u="none" dirty="0"/>
          </a:p>
        </p:txBody>
      </p:sp>
      <p:grpSp>
        <p:nvGrpSpPr>
          <p:cNvPr id="2" name="Group 1206"/>
          <p:cNvGrpSpPr/>
          <p:nvPr/>
        </p:nvGrpSpPr>
        <p:grpSpPr>
          <a:xfrm>
            <a:off x="214313" y="803275"/>
            <a:ext cx="8653462" cy="1452563"/>
            <a:chOff x="135" y="816"/>
            <a:chExt cx="5451" cy="915"/>
          </a:xfrm>
        </p:grpSpPr>
        <p:sp>
          <p:nvSpPr>
            <p:cNvPr id="18435" name="Text Box 1192"/>
            <p:cNvSpPr txBox="1"/>
            <p:nvPr/>
          </p:nvSpPr>
          <p:spPr>
            <a:xfrm>
              <a:off x="135" y="944"/>
              <a:ext cx="54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将区间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[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]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分为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zh-CN" altLang="zh-CN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等分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步长                  , 取等距节点</a:t>
              </a:r>
              <a:endParaRPr lang="zh-CN" altLang="en-US" sz="20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8436" name="Object 1193"/>
            <p:cNvGraphicFramePr>
              <a:graphicFrameLocks/>
            </p:cNvGraphicFramePr>
            <p:nvPr/>
          </p:nvGraphicFramePr>
          <p:xfrm>
            <a:off x="3298" y="816"/>
            <a:ext cx="884" cy="595"/>
          </p:xfrm>
          <a:graphic>
            <a:graphicData uri="http://schemas.openxmlformats.org/presentationml/2006/ole">
              <p:oleObj spid="_x0000_s11265" r:id="rId4" imgW="14020800" imgH="9448800" progId="">
                <p:embed/>
              </p:oleObj>
            </a:graphicData>
          </a:graphic>
        </p:graphicFrame>
        <p:graphicFrame>
          <p:nvGraphicFramePr>
            <p:cNvPr id="18437" name="Object 1194"/>
            <p:cNvGraphicFramePr>
              <a:graphicFrameLocks/>
            </p:cNvGraphicFramePr>
            <p:nvPr/>
          </p:nvGraphicFramePr>
          <p:xfrm>
            <a:off x="1012" y="1386"/>
            <a:ext cx="2818" cy="345"/>
          </p:xfrm>
          <a:graphic>
            <a:graphicData uri="http://schemas.openxmlformats.org/presentationml/2006/ole">
              <p:oleObj spid="_x0000_s11266" r:id="rId5" imgW="44805600" imgH="5486400" progId="">
                <p:embed/>
              </p:oleObj>
            </a:graphicData>
          </a:graphic>
        </p:graphicFrame>
      </p:grpSp>
      <p:sp>
        <p:nvSpPr>
          <p:cNvPr id="220331" name="Text Box 1195"/>
          <p:cNvSpPr txBox="1"/>
          <p:nvPr/>
        </p:nvSpPr>
        <p:spPr>
          <a:xfrm>
            <a:off x="174625" y="2241550"/>
            <a:ext cx="8824913" cy="12890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40000"/>
              </a:lnSpc>
            </a:pP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利用这些节点处的函数值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作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的 </a:t>
            </a:r>
            <a:r>
              <a:rPr lang="zh-CN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Lagrange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插值公式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0332" name="Object 1196"/>
          <p:cNvGraphicFramePr>
            <a:graphicFrameLocks/>
          </p:cNvGraphicFramePr>
          <p:nvPr/>
        </p:nvGraphicFramePr>
        <p:xfrm>
          <a:off x="2054225" y="2754313"/>
          <a:ext cx="3368675" cy="1036637"/>
        </p:xfrm>
        <a:graphic>
          <a:graphicData uri="http://schemas.openxmlformats.org/presentationml/2006/ole">
            <p:oleObj spid="_x0000_s11267" r:id="rId6" imgW="33528000" imgH="10363200" progId="">
              <p:embed/>
            </p:oleObj>
          </a:graphicData>
        </a:graphic>
      </p:graphicFrame>
      <p:grpSp>
        <p:nvGrpSpPr>
          <p:cNvPr id="3" name="Group 1210"/>
          <p:cNvGrpSpPr/>
          <p:nvPr/>
        </p:nvGrpSpPr>
        <p:grpSpPr>
          <a:xfrm>
            <a:off x="257175" y="3802063"/>
            <a:ext cx="8364538" cy="1096962"/>
            <a:chOff x="162" y="2695"/>
            <a:chExt cx="5269" cy="691"/>
          </a:xfrm>
        </p:grpSpPr>
        <p:sp>
          <p:nvSpPr>
            <p:cNvPr id="18441" name="Text Box 1197"/>
            <p:cNvSpPr txBox="1"/>
            <p:nvPr/>
          </p:nvSpPr>
          <p:spPr>
            <a:xfrm>
              <a:off x="162" y="2884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则有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8442" name="Object 1198"/>
            <p:cNvGraphicFramePr>
              <a:graphicFrameLocks/>
            </p:cNvGraphicFramePr>
            <p:nvPr/>
          </p:nvGraphicFramePr>
          <p:xfrm>
            <a:off x="762" y="2695"/>
            <a:ext cx="4669" cy="691"/>
          </p:xfrm>
          <a:graphic>
            <a:graphicData uri="http://schemas.openxmlformats.org/presentationml/2006/ole">
              <p:oleObj spid="_x0000_s11268" r:id="rId7" imgW="73761600" imgH="10972800" progId="">
                <p:embed/>
              </p:oleObj>
            </a:graphicData>
          </a:graphic>
        </p:graphicFrame>
      </p:grpSp>
      <p:grpSp>
        <p:nvGrpSpPr>
          <p:cNvPr id="4" name="Group 1209"/>
          <p:cNvGrpSpPr/>
          <p:nvPr/>
        </p:nvGrpSpPr>
        <p:grpSpPr>
          <a:xfrm>
            <a:off x="287338" y="5037138"/>
            <a:ext cx="3473450" cy="793750"/>
            <a:chOff x="201" y="3433"/>
            <a:chExt cx="2188" cy="500"/>
          </a:xfrm>
        </p:grpSpPr>
        <p:sp>
          <p:nvSpPr>
            <p:cNvPr id="18444" name="Text Box 1199"/>
            <p:cNvSpPr txBox="1"/>
            <p:nvPr/>
          </p:nvSpPr>
          <p:spPr>
            <a:xfrm>
              <a:off x="201" y="3517"/>
              <a:ext cx="21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             。</a:t>
              </a:r>
            </a:p>
          </p:txBody>
        </p:sp>
        <p:graphicFrame>
          <p:nvGraphicFramePr>
            <p:cNvPr id="18445" name="Object 1200"/>
            <p:cNvGraphicFramePr>
              <a:graphicFrameLocks/>
            </p:cNvGraphicFramePr>
            <p:nvPr/>
          </p:nvGraphicFramePr>
          <p:xfrm>
            <a:off x="727" y="3433"/>
            <a:ext cx="1403" cy="500"/>
          </p:xfrm>
          <a:graphic>
            <a:graphicData uri="http://schemas.openxmlformats.org/presentationml/2006/ole">
              <p:oleObj spid="_x0000_s11269" r:id="rId8" imgW="22250400" imgH="7924800" progId="">
                <p:embed/>
              </p:oleObj>
            </a:graphicData>
          </a:graphic>
        </p:graphicFrame>
      </p:grpSp>
      <p:sp>
        <p:nvSpPr>
          <p:cNvPr id="220347" name="AutoShape 1211"/>
          <p:cNvSpPr/>
          <p:nvPr/>
        </p:nvSpPr>
        <p:spPr>
          <a:xfrm>
            <a:off x="2317750" y="1103313"/>
            <a:ext cx="4633913" cy="893762"/>
          </a:xfrm>
          <a:prstGeom prst="wedgeRoundRectCallout">
            <a:avLst>
              <a:gd name="adj1" fmla="val -41981"/>
              <a:gd name="adj2" fmla="val -7930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 eaLnBrk="0" hangingPunct="0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Newton-Cotes </a:t>
            </a:r>
            <a:r>
              <a:rPr lang="zh-CN" altLang="zh-CN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公式是等距节点插值型求积公式</a:t>
            </a:r>
            <a:r>
              <a: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331" grpId="0"/>
      <p:bldP spid="22034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2"/>
          <p:cNvGrpSpPr/>
          <p:nvPr/>
        </p:nvGrpSpPr>
        <p:grpSpPr>
          <a:xfrm>
            <a:off x="157163" y="4157663"/>
            <a:ext cx="6051550" cy="1038225"/>
            <a:chOff x="99" y="2899"/>
            <a:chExt cx="3812" cy="654"/>
          </a:xfrm>
        </p:grpSpPr>
        <p:sp>
          <p:nvSpPr>
            <p:cNvPr id="19458" name="Text Box 30"/>
            <p:cNvSpPr txBox="1"/>
            <p:nvPr/>
          </p:nvSpPr>
          <p:spPr>
            <a:xfrm>
              <a:off x="99" y="3029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因此有</a:t>
              </a:r>
            </a:p>
          </p:txBody>
        </p:sp>
        <p:graphicFrame>
          <p:nvGraphicFramePr>
            <p:cNvPr id="19459" name="Object 31"/>
            <p:cNvGraphicFramePr>
              <a:graphicFrameLocks/>
            </p:cNvGraphicFramePr>
            <p:nvPr/>
          </p:nvGraphicFramePr>
          <p:xfrm>
            <a:off x="880" y="2899"/>
            <a:ext cx="3031" cy="654"/>
          </p:xfrm>
          <a:graphic>
            <a:graphicData uri="http://schemas.openxmlformats.org/presentationml/2006/ole">
              <p:oleObj spid="_x0000_s12289" r:id="rId4" imgW="47853600" imgH="10363200" progId="">
                <p:embed/>
              </p:oleObj>
            </a:graphicData>
          </a:graphic>
        </p:graphicFrame>
      </p:grpSp>
      <p:grpSp>
        <p:nvGrpSpPr>
          <p:cNvPr id="3" name="Group 55"/>
          <p:cNvGrpSpPr/>
          <p:nvPr/>
        </p:nvGrpSpPr>
        <p:grpSpPr>
          <a:xfrm>
            <a:off x="103188" y="5060950"/>
            <a:ext cx="8812212" cy="606425"/>
            <a:chOff x="65" y="3298"/>
            <a:chExt cx="5551" cy="382"/>
          </a:xfrm>
        </p:grpSpPr>
        <p:sp>
          <p:nvSpPr>
            <p:cNvPr id="19461" name="Text Box 33"/>
            <p:cNvSpPr txBox="1"/>
            <p:nvPr/>
          </p:nvSpPr>
          <p:spPr>
            <a:xfrm>
              <a:off x="65" y="3298"/>
              <a:ext cx="5551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上式称为 </a:t>
              </a:r>
              <a:r>
                <a:rPr lang="en-US" altLang="zh-CN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Newton-Cotes </a:t>
              </a:r>
              <a:r>
                <a:rPr lang="zh-CN" altLang="zh-CN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公式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        称为 </a:t>
              </a:r>
              <a:r>
                <a:rPr lang="en-US" altLang="zh-CN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Cotes </a:t>
              </a:r>
              <a:r>
                <a:rPr lang="zh-CN" altLang="zh-CN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系数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。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462" name="Object 34"/>
            <p:cNvGraphicFramePr>
              <a:graphicFrameLocks/>
            </p:cNvGraphicFramePr>
            <p:nvPr/>
          </p:nvGraphicFramePr>
          <p:xfrm>
            <a:off x="3016" y="3314"/>
            <a:ext cx="426" cy="366"/>
          </p:xfrm>
          <a:graphic>
            <a:graphicData uri="http://schemas.openxmlformats.org/presentationml/2006/ole">
              <p:oleObj spid="_x0000_s12290" r:id="rId5" imgW="6705600" imgH="5791200" progId="">
                <p:embed/>
              </p:oleObj>
            </a:graphicData>
          </a:graphic>
        </p:graphicFrame>
      </p:grpSp>
      <p:graphicFrame>
        <p:nvGraphicFramePr>
          <p:cNvPr id="179240" name="Object 40"/>
          <p:cNvGraphicFramePr>
            <a:graphicFrameLocks/>
          </p:cNvGraphicFramePr>
          <p:nvPr/>
        </p:nvGraphicFramePr>
        <p:xfrm>
          <a:off x="212725" y="1025525"/>
          <a:ext cx="8758238" cy="950913"/>
        </p:xfrm>
        <a:graphic>
          <a:graphicData uri="http://schemas.openxmlformats.org/presentationml/2006/ole">
            <p:oleObj spid="_x0000_s12291" r:id="rId6" imgW="95097600" imgH="10363200" progId="">
              <p:embed/>
            </p:oleObj>
          </a:graphicData>
        </a:graphic>
      </p:graphicFrame>
      <p:grpSp>
        <p:nvGrpSpPr>
          <p:cNvPr id="4" name="Group 50"/>
          <p:cNvGrpSpPr/>
          <p:nvPr/>
        </p:nvGrpSpPr>
        <p:grpSpPr>
          <a:xfrm>
            <a:off x="236538" y="2117725"/>
            <a:ext cx="3805237" cy="577850"/>
            <a:chOff x="141" y="1664"/>
            <a:chExt cx="2397" cy="364"/>
          </a:xfrm>
        </p:grpSpPr>
        <p:graphicFrame>
          <p:nvGraphicFramePr>
            <p:cNvPr id="19465" name="Object 26"/>
            <p:cNvGraphicFramePr>
              <a:graphicFrameLocks/>
            </p:cNvGraphicFramePr>
            <p:nvPr/>
          </p:nvGraphicFramePr>
          <p:xfrm>
            <a:off x="956" y="1664"/>
            <a:ext cx="1582" cy="364"/>
          </p:xfrm>
          <a:graphic>
            <a:graphicData uri="http://schemas.openxmlformats.org/presentationml/2006/ole">
              <p:oleObj spid="_x0000_s12292" r:id="rId7" imgW="24993600" imgH="5791200" progId="">
                <p:embed/>
              </p:oleObj>
            </a:graphicData>
          </a:graphic>
        </p:graphicFrame>
        <p:sp>
          <p:nvSpPr>
            <p:cNvPr id="19466" name="Text Box 42"/>
            <p:cNvSpPr txBox="1"/>
            <p:nvPr/>
          </p:nvSpPr>
          <p:spPr>
            <a:xfrm>
              <a:off x="141" y="1691"/>
              <a:ext cx="78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可求得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1"/>
          <p:cNvGrpSpPr/>
          <p:nvPr/>
        </p:nvGrpSpPr>
        <p:grpSpPr>
          <a:xfrm>
            <a:off x="292100" y="2105025"/>
            <a:ext cx="8550275" cy="2041525"/>
            <a:chOff x="159" y="1676"/>
            <a:chExt cx="5386" cy="1286"/>
          </a:xfrm>
        </p:grpSpPr>
        <p:sp>
          <p:nvSpPr>
            <p:cNvPr id="19468" name="Text Box 28"/>
            <p:cNvSpPr txBox="1"/>
            <p:nvPr/>
          </p:nvSpPr>
          <p:spPr>
            <a:xfrm>
              <a:off x="2631" y="1676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</a:t>
              </a:r>
              <a:endParaRPr lang="zh-CN" altLang="en-US" sz="20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9469" name="Object 44"/>
            <p:cNvGraphicFramePr>
              <a:graphicFrameLocks/>
            </p:cNvGraphicFramePr>
            <p:nvPr/>
          </p:nvGraphicFramePr>
          <p:xfrm>
            <a:off x="159" y="2029"/>
            <a:ext cx="5386" cy="933"/>
          </p:xfrm>
          <a:graphic>
            <a:graphicData uri="http://schemas.openxmlformats.org/presentationml/2006/ole">
              <p:oleObj spid="_x0000_s12293" r:id="rId8" imgW="92964000" imgH="16154400" progId="Equation.3">
                <p:embed/>
              </p:oleObj>
            </a:graphicData>
          </a:graphic>
        </p:graphicFrame>
      </p:grpSp>
      <p:grpSp>
        <p:nvGrpSpPr>
          <p:cNvPr id="6" name="Group 63"/>
          <p:cNvGrpSpPr/>
          <p:nvPr/>
        </p:nvGrpSpPr>
        <p:grpSpPr>
          <a:xfrm>
            <a:off x="1390650" y="3622675"/>
            <a:ext cx="5664200" cy="620713"/>
            <a:chOff x="904" y="2423"/>
            <a:chExt cx="3568" cy="391"/>
          </a:xfrm>
        </p:grpSpPr>
        <p:sp>
          <p:nvSpPr>
            <p:cNvPr id="19471" name="AutoShape 59"/>
            <p:cNvSpPr/>
            <p:nvPr/>
          </p:nvSpPr>
          <p:spPr>
            <a:xfrm>
              <a:off x="3744" y="2423"/>
              <a:ext cx="576" cy="384"/>
            </a:xfrm>
            <a:prstGeom prst="wedgeRoundRectCallout">
              <a:avLst>
                <a:gd name="adj1" fmla="val -309375"/>
                <a:gd name="adj2" fmla="val -97917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 eaLnBrk="0" hangingPunct="0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9472" name="Group 58"/>
            <p:cNvGrpSpPr/>
            <p:nvPr/>
          </p:nvGrpSpPr>
          <p:grpSpPr>
            <a:xfrm>
              <a:off x="904" y="2427"/>
              <a:ext cx="3568" cy="387"/>
              <a:chOff x="70" y="3719"/>
              <a:chExt cx="3568" cy="387"/>
            </a:xfrm>
          </p:grpSpPr>
          <p:graphicFrame>
            <p:nvGraphicFramePr>
              <p:cNvPr id="19473" name="Object 37"/>
              <p:cNvGraphicFramePr>
                <a:graphicFrameLocks/>
              </p:cNvGraphicFramePr>
              <p:nvPr/>
            </p:nvGraphicFramePr>
            <p:xfrm>
              <a:off x="3134" y="3722"/>
              <a:ext cx="504" cy="366"/>
            </p:xfrm>
            <a:graphic>
              <a:graphicData uri="http://schemas.openxmlformats.org/presentationml/2006/ole">
                <p:oleObj spid="_x0000_s12294" r:id="rId9" imgW="7924800" imgH="5791200" progId="">
                  <p:embed/>
                </p:oleObj>
              </a:graphicData>
            </a:graphic>
          </p:graphicFrame>
          <p:sp>
            <p:nvSpPr>
              <p:cNvPr id="19474" name="Text Box 53"/>
              <p:cNvSpPr txBox="1"/>
              <p:nvPr/>
            </p:nvSpPr>
            <p:spPr>
              <a:xfrm>
                <a:off x="70" y="3719"/>
                <a:ext cx="3052" cy="38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lnSpc>
                    <a:spcPct val="120000"/>
                  </a:lnSpc>
                </a:pPr>
                <a:r>
                  <a:rPr lang="zh-CN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只要给出了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便可由公式求出</a:t>
                </a:r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</p:grpSp>
      <p:graphicFrame>
        <p:nvGraphicFramePr>
          <p:cNvPr id="179267" name="Object 67"/>
          <p:cNvGraphicFramePr>
            <a:graphicFrameLocks/>
          </p:cNvGraphicFramePr>
          <p:nvPr/>
        </p:nvGraphicFramePr>
        <p:xfrm>
          <a:off x="3168650" y="5619750"/>
          <a:ext cx="1903413" cy="1079500"/>
        </p:xfrm>
        <a:graphic>
          <a:graphicData uri="http://schemas.openxmlformats.org/presentationml/2006/ole">
            <p:oleObj spid="_x0000_s12295" r:id="rId10" imgW="18288000" imgH="10363200" progId="">
              <p:embed/>
            </p:oleObj>
          </a:graphicData>
        </a:graphic>
      </p:graphicFrame>
      <p:sp>
        <p:nvSpPr>
          <p:cNvPr id="179268" name="Text Box 68"/>
          <p:cNvSpPr txBox="1"/>
          <p:nvPr/>
        </p:nvSpPr>
        <p:spPr>
          <a:xfrm>
            <a:off x="288925" y="5962650"/>
            <a:ext cx="28590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Cotes </a:t>
            </a:r>
            <a:r>
              <a:rPr lang="zh-CN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系数满足：</a:t>
            </a:r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77" name="Text Box 1062"/>
          <p:cNvSpPr txBox="1"/>
          <p:nvPr/>
        </p:nvSpPr>
        <p:spPr>
          <a:xfrm>
            <a:off x="190500" y="344488"/>
            <a:ext cx="58578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令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 = a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th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由                               即</a:t>
            </a:r>
            <a:endParaRPr lang="zh-CN" altLang="en-US" sz="20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9478" name="Group 1064"/>
          <p:cNvGrpSpPr/>
          <p:nvPr/>
        </p:nvGrpSpPr>
        <p:grpSpPr>
          <a:xfrm>
            <a:off x="190500" y="219075"/>
            <a:ext cx="5857875" cy="793750"/>
            <a:chOff x="120" y="138"/>
            <a:chExt cx="3690" cy="500"/>
          </a:xfrm>
        </p:grpSpPr>
        <p:graphicFrame>
          <p:nvGraphicFramePr>
            <p:cNvPr id="19479" name="Object 41"/>
            <p:cNvGraphicFramePr>
              <a:graphicFrameLocks/>
            </p:cNvGraphicFramePr>
            <p:nvPr/>
          </p:nvGraphicFramePr>
          <p:xfrm>
            <a:off x="1852" y="138"/>
            <a:ext cx="1595" cy="500"/>
          </p:xfrm>
          <a:graphic>
            <a:graphicData uri="http://schemas.openxmlformats.org/presentationml/2006/ole">
              <p:oleObj spid="_x0000_s12296" r:id="rId11" imgW="25298400" imgH="7924800" progId="">
                <p:embed/>
              </p:oleObj>
            </a:graphicData>
          </a:graphic>
        </p:graphicFrame>
        <p:sp>
          <p:nvSpPr>
            <p:cNvPr id="19480" name="Text Box 1063"/>
            <p:cNvSpPr txBox="1"/>
            <p:nvPr/>
          </p:nvSpPr>
          <p:spPr>
            <a:xfrm>
              <a:off x="120" y="217"/>
              <a:ext cx="36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令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 = a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+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th 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由                               即</a:t>
              </a:r>
              <a:endParaRPr lang="zh-CN" altLang="en-US" sz="20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/>
          </p:cNvSpPr>
          <p:nvPr>
            <p:ph type="title"/>
          </p:nvPr>
        </p:nvSpPr>
        <p:spPr>
          <a:xfrm>
            <a:off x="590550" y="-260350"/>
            <a:ext cx="7772400" cy="1143000"/>
          </a:xfrm>
        </p:spPr>
        <p:txBody>
          <a:bodyPr vert="horz" wrap="square" lIns="91440" tIns="45720" rIns="91440" bIns="45720" anchor="ctr"/>
          <a:lstStyle/>
          <a:p>
            <a:r>
              <a:rPr lang="zh-CN" altLang="zh-CN" sz="2800" dirty="0">
                <a:solidFill>
                  <a:srgbClr val="0033CC"/>
                </a:solidFill>
              </a:rPr>
              <a:t> </a:t>
            </a:r>
            <a:r>
              <a:rPr lang="zh-CN" altLang="zh-CN" sz="2800" b="1" dirty="0">
                <a:solidFill>
                  <a:srgbClr val="0033CC"/>
                </a:solidFill>
              </a:rPr>
              <a:t>n = 1~8 的Cotes系数</a:t>
            </a:r>
            <a:endParaRPr lang="zh-CN" altLang="en-US" b="1" dirty="0"/>
          </a:p>
        </p:txBody>
      </p:sp>
      <p:grpSp>
        <p:nvGrpSpPr>
          <p:cNvPr id="2" name="Group 34"/>
          <p:cNvGrpSpPr/>
          <p:nvPr/>
        </p:nvGrpSpPr>
        <p:grpSpPr>
          <a:xfrm>
            <a:off x="1201738" y="5827713"/>
            <a:ext cx="7461250" cy="698500"/>
            <a:chOff x="389" y="3250"/>
            <a:chExt cx="4700" cy="440"/>
          </a:xfrm>
        </p:grpSpPr>
        <p:graphicFrame>
          <p:nvGraphicFramePr>
            <p:cNvPr id="20483" name="Object 24"/>
            <p:cNvGraphicFramePr>
              <a:graphicFrameLocks/>
            </p:cNvGraphicFramePr>
            <p:nvPr/>
          </p:nvGraphicFramePr>
          <p:xfrm>
            <a:off x="389" y="3250"/>
            <a:ext cx="475" cy="435"/>
          </p:xfrm>
          <a:graphic>
            <a:graphicData uri="http://schemas.openxmlformats.org/presentationml/2006/ole">
              <p:oleObj spid="_x0000_s13313" r:id="rId4" imgW="11277600" imgH="10363200" progId="">
                <p:embed/>
              </p:oleObj>
            </a:graphicData>
          </a:graphic>
        </p:graphicFrame>
        <p:graphicFrame>
          <p:nvGraphicFramePr>
            <p:cNvPr id="20484" name="Object 25"/>
            <p:cNvGraphicFramePr>
              <a:graphicFrameLocks/>
            </p:cNvGraphicFramePr>
            <p:nvPr/>
          </p:nvGraphicFramePr>
          <p:xfrm>
            <a:off x="909" y="3251"/>
            <a:ext cx="475" cy="435"/>
          </p:xfrm>
          <a:graphic>
            <a:graphicData uri="http://schemas.openxmlformats.org/presentationml/2006/ole">
              <p:oleObj spid="_x0000_s13314" r:id="rId5" imgW="11277600" imgH="10363200" progId="">
                <p:embed/>
              </p:oleObj>
            </a:graphicData>
          </a:graphic>
        </p:graphicFrame>
        <p:graphicFrame>
          <p:nvGraphicFramePr>
            <p:cNvPr id="20485" name="Object 26"/>
            <p:cNvGraphicFramePr>
              <a:graphicFrameLocks/>
            </p:cNvGraphicFramePr>
            <p:nvPr/>
          </p:nvGraphicFramePr>
          <p:xfrm>
            <a:off x="1444" y="3253"/>
            <a:ext cx="475" cy="435"/>
          </p:xfrm>
          <a:graphic>
            <a:graphicData uri="http://schemas.openxmlformats.org/presentationml/2006/ole">
              <p:oleObj spid="_x0000_s13315" r:id="rId6" imgW="11277600" imgH="10363200" progId="">
                <p:embed/>
              </p:oleObj>
            </a:graphicData>
          </a:graphic>
        </p:graphicFrame>
        <p:graphicFrame>
          <p:nvGraphicFramePr>
            <p:cNvPr id="20486" name="Object 27"/>
            <p:cNvGraphicFramePr>
              <a:graphicFrameLocks/>
            </p:cNvGraphicFramePr>
            <p:nvPr/>
          </p:nvGraphicFramePr>
          <p:xfrm>
            <a:off x="1969" y="3254"/>
            <a:ext cx="475" cy="435"/>
          </p:xfrm>
          <a:graphic>
            <a:graphicData uri="http://schemas.openxmlformats.org/presentationml/2006/ole">
              <p:oleObj spid="_x0000_s13316" r:id="rId7" imgW="11277600" imgH="10363200" progId="">
                <p:embed/>
              </p:oleObj>
            </a:graphicData>
          </a:graphic>
        </p:graphicFrame>
        <p:graphicFrame>
          <p:nvGraphicFramePr>
            <p:cNvPr id="20487" name="Object 28"/>
            <p:cNvGraphicFramePr>
              <a:graphicFrameLocks/>
            </p:cNvGraphicFramePr>
            <p:nvPr/>
          </p:nvGraphicFramePr>
          <p:xfrm>
            <a:off x="2497" y="3253"/>
            <a:ext cx="499" cy="435"/>
          </p:xfrm>
          <a:graphic>
            <a:graphicData uri="http://schemas.openxmlformats.org/presentationml/2006/ole">
              <p:oleObj spid="_x0000_s13317" r:id="rId8" imgW="11887200" imgH="10363200" progId="">
                <p:embed/>
              </p:oleObj>
            </a:graphicData>
          </a:graphic>
        </p:graphicFrame>
        <p:graphicFrame>
          <p:nvGraphicFramePr>
            <p:cNvPr id="20488" name="Object 29"/>
            <p:cNvGraphicFramePr>
              <a:graphicFrameLocks/>
            </p:cNvGraphicFramePr>
            <p:nvPr/>
          </p:nvGraphicFramePr>
          <p:xfrm>
            <a:off x="3032" y="3250"/>
            <a:ext cx="475" cy="435"/>
          </p:xfrm>
          <a:graphic>
            <a:graphicData uri="http://schemas.openxmlformats.org/presentationml/2006/ole">
              <p:oleObj spid="_x0000_s13318" r:id="rId9" imgW="11277600" imgH="10363200" progId="">
                <p:embed/>
              </p:oleObj>
            </a:graphicData>
          </a:graphic>
        </p:graphicFrame>
        <p:graphicFrame>
          <p:nvGraphicFramePr>
            <p:cNvPr id="20489" name="Object 30"/>
            <p:cNvGraphicFramePr>
              <a:graphicFrameLocks/>
            </p:cNvGraphicFramePr>
            <p:nvPr/>
          </p:nvGraphicFramePr>
          <p:xfrm>
            <a:off x="3571" y="3255"/>
            <a:ext cx="475" cy="435"/>
          </p:xfrm>
          <a:graphic>
            <a:graphicData uri="http://schemas.openxmlformats.org/presentationml/2006/ole">
              <p:oleObj spid="_x0000_s13319" r:id="rId10" imgW="11277600" imgH="10363200" progId="">
                <p:embed/>
              </p:oleObj>
            </a:graphicData>
          </a:graphic>
        </p:graphicFrame>
        <p:graphicFrame>
          <p:nvGraphicFramePr>
            <p:cNvPr id="20490" name="Object 31"/>
            <p:cNvGraphicFramePr>
              <a:graphicFrameLocks/>
            </p:cNvGraphicFramePr>
            <p:nvPr/>
          </p:nvGraphicFramePr>
          <p:xfrm>
            <a:off x="4091" y="3253"/>
            <a:ext cx="475" cy="435"/>
          </p:xfrm>
          <a:graphic>
            <a:graphicData uri="http://schemas.openxmlformats.org/presentationml/2006/ole">
              <p:oleObj spid="_x0000_s13320" r:id="rId11" imgW="11277600" imgH="10363200" progId="">
                <p:embed/>
              </p:oleObj>
            </a:graphicData>
          </a:graphic>
        </p:graphicFrame>
        <p:graphicFrame>
          <p:nvGraphicFramePr>
            <p:cNvPr id="20491" name="Object 32"/>
            <p:cNvGraphicFramePr>
              <a:graphicFrameLocks/>
            </p:cNvGraphicFramePr>
            <p:nvPr/>
          </p:nvGraphicFramePr>
          <p:xfrm>
            <a:off x="4614" y="3252"/>
            <a:ext cx="475" cy="435"/>
          </p:xfrm>
          <a:graphic>
            <a:graphicData uri="http://schemas.openxmlformats.org/presentationml/2006/ole">
              <p:oleObj spid="_x0000_s13321" r:id="rId12" imgW="11277600" imgH="10363200" progId="">
                <p:embed/>
              </p:oleObj>
            </a:graphicData>
          </a:graphic>
        </p:graphicFrame>
      </p:grpSp>
      <p:grpSp>
        <p:nvGrpSpPr>
          <p:cNvPr id="3" name="Group 45"/>
          <p:cNvGrpSpPr/>
          <p:nvPr/>
        </p:nvGrpSpPr>
        <p:grpSpPr>
          <a:xfrm>
            <a:off x="1241425" y="5164138"/>
            <a:ext cx="6610350" cy="698500"/>
            <a:chOff x="414" y="3085"/>
            <a:chExt cx="4164" cy="440"/>
          </a:xfrm>
        </p:grpSpPr>
        <p:graphicFrame>
          <p:nvGraphicFramePr>
            <p:cNvPr id="20493" name="Object 36"/>
            <p:cNvGraphicFramePr>
              <a:graphicFrameLocks/>
            </p:cNvGraphicFramePr>
            <p:nvPr/>
          </p:nvGraphicFramePr>
          <p:xfrm>
            <a:off x="414" y="3085"/>
            <a:ext cx="462" cy="435"/>
          </p:xfrm>
          <a:graphic>
            <a:graphicData uri="http://schemas.openxmlformats.org/presentationml/2006/ole">
              <p:oleObj spid="_x0000_s13322" r:id="rId13" imgW="10972800" imgH="10363200" progId="">
                <p:embed/>
              </p:oleObj>
            </a:graphicData>
          </a:graphic>
        </p:graphicFrame>
        <p:graphicFrame>
          <p:nvGraphicFramePr>
            <p:cNvPr id="20494" name="Object 37"/>
            <p:cNvGraphicFramePr>
              <a:graphicFrameLocks/>
            </p:cNvGraphicFramePr>
            <p:nvPr/>
          </p:nvGraphicFramePr>
          <p:xfrm>
            <a:off x="934" y="3086"/>
            <a:ext cx="462" cy="435"/>
          </p:xfrm>
          <a:graphic>
            <a:graphicData uri="http://schemas.openxmlformats.org/presentationml/2006/ole">
              <p:oleObj spid="_x0000_s13323" r:id="rId14" imgW="10972800" imgH="10363200" progId="">
                <p:embed/>
              </p:oleObj>
            </a:graphicData>
          </a:graphic>
        </p:graphicFrame>
        <p:graphicFrame>
          <p:nvGraphicFramePr>
            <p:cNvPr id="20495" name="Object 38"/>
            <p:cNvGraphicFramePr>
              <a:graphicFrameLocks/>
            </p:cNvGraphicFramePr>
            <p:nvPr/>
          </p:nvGraphicFramePr>
          <p:xfrm>
            <a:off x="1469" y="3088"/>
            <a:ext cx="463" cy="435"/>
          </p:xfrm>
          <a:graphic>
            <a:graphicData uri="http://schemas.openxmlformats.org/presentationml/2006/ole">
              <p:oleObj spid="_x0000_s13324" r:id="rId15" imgW="10972800" imgH="10363200" progId="">
                <p:embed/>
              </p:oleObj>
            </a:graphicData>
          </a:graphic>
        </p:graphicFrame>
        <p:graphicFrame>
          <p:nvGraphicFramePr>
            <p:cNvPr id="20496" name="Object 39"/>
            <p:cNvGraphicFramePr>
              <a:graphicFrameLocks/>
            </p:cNvGraphicFramePr>
            <p:nvPr/>
          </p:nvGraphicFramePr>
          <p:xfrm>
            <a:off x="1994" y="3089"/>
            <a:ext cx="462" cy="435"/>
          </p:xfrm>
          <a:graphic>
            <a:graphicData uri="http://schemas.openxmlformats.org/presentationml/2006/ole">
              <p:oleObj spid="_x0000_s13325" r:id="rId16" imgW="10972800" imgH="10363200" progId="">
                <p:embed/>
              </p:oleObj>
            </a:graphicData>
          </a:graphic>
        </p:graphicFrame>
        <p:graphicFrame>
          <p:nvGraphicFramePr>
            <p:cNvPr id="20497" name="Object 40"/>
            <p:cNvGraphicFramePr>
              <a:graphicFrameLocks/>
            </p:cNvGraphicFramePr>
            <p:nvPr/>
          </p:nvGraphicFramePr>
          <p:xfrm>
            <a:off x="2534" y="3088"/>
            <a:ext cx="462" cy="435"/>
          </p:xfrm>
          <a:graphic>
            <a:graphicData uri="http://schemas.openxmlformats.org/presentationml/2006/ole">
              <p:oleObj spid="_x0000_s13326" r:id="rId17" imgW="10972800" imgH="10363200" progId="">
                <p:embed/>
              </p:oleObj>
            </a:graphicData>
          </a:graphic>
        </p:graphicFrame>
        <p:graphicFrame>
          <p:nvGraphicFramePr>
            <p:cNvPr id="20498" name="Object 41"/>
            <p:cNvGraphicFramePr>
              <a:graphicFrameLocks/>
            </p:cNvGraphicFramePr>
            <p:nvPr/>
          </p:nvGraphicFramePr>
          <p:xfrm>
            <a:off x="3057" y="3085"/>
            <a:ext cx="462" cy="435"/>
          </p:xfrm>
          <a:graphic>
            <a:graphicData uri="http://schemas.openxmlformats.org/presentationml/2006/ole">
              <p:oleObj spid="_x0000_s13327" r:id="rId18" imgW="10972800" imgH="10363200" progId="">
                <p:embed/>
              </p:oleObj>
            </a:graphicData>
          </a:graphic>
        </p:graphicFrame>
        <p:graphicFrame>
          <p:nvGraphicFramePr>
            <p:cNvPr id="20499" name="Object 42"/>
            <p:cNvGraphicFramePr>
              <a:graphicFrameLocks/>
            </p:cNvGraphicFramePr>
            <p:nvPr/>
          </p:nvGraphicFramePr>
          <p:xfrm>
            <a:off x="3596" y="3090"/>
            <a:ext cx="462" cy="435"/>
          </p:xfrm>
          <a:graphic>
            <a:graphicData uri="http://schemas.openxmlformats.org/presentationml/2006/ole">
              <p:oleObj spid="_x0000_s13328" r:id="rId19" imgW="10972800" imgH="10363200" progId="">
                <p:embed/>
              </p:oleObj>
            </a:graphicData>
          </a:graphic>
        </p:graphicFrame>
        <p:graphicFrame>
          <p:nvGraphicFramePr>
            <p:cNvPr id="20500" name="Object 43"/>
            <p:cNvGraphicFramePr>
              <a:graphicFrameLocks/>
            </p:cNvGraphicFramePr>
            <p:nvPr/>
          </p:nvGraphicFramePr>
          <p:xfrm>
            <a:off x="4116" y="3088"/>
            <a:ext cx="462" cy="435"/>
          </p:xfrm>
          <a:graphic>
            <a:graphicData uri="http://schemas.openxmlformats.org/presentationml/2006/ole">
              <p:oleObj spid="_x0000_s13329" r:id="rId20" imgW="10972800" imgH="10363200" progId="">
                <p:embed/>
              </p:oleObj>
            </a:graphicData>
          </a:graphic>
        </p:graphicFrame>
      </p:grpSp>
      <p:grpSp>
        <p:nvGrpSpPr>
          <p:cNvPr id="4" name="Group 63"/>
          <p:cNvGrpSpPr/>
          <p:nvPr/>
        </p:nvGrpSpPr>
        <p:grpSpPr>
          <a:xfrm>
            <a:off x="1389063" y="4468813"/>
            <a:ext cx="5453062" cy="649287"/>
            <a:chOff x="499" y="2607"/>
            <a:chExt cx="3435" cy="409"/>
          </a:xfrm>
        </p:grpSpPr>
        <p:graphicFrame>
          <p:nvGraphicFramePr>
            <p:cNvPr id="20502" name="Object 48"/>
            <p:cNvGraphicFramePr>
              <a:graphicFrameLocks/>
            </p:cNvGraphicFramePr>
            <p:nvPr/>
          </p:nvGraphicFramePr>
          <p:xfrm>
            <a:off x="499" y="2607"/>
            <a:ext cx="293" cy="396"/>
          </p:xfrm>
          <a:graphic>
            <a:graphicData uri="http://schemas.openxmlformats.org/presentationml/2006/ole">
              <p:oleObj spid="_x0000_s13330" r:id="rId21" imgW="7010400" imgH="9448800" progId="">
                <p:embed/>
              </p:oleObj>
            </a:graphicData>
          </a:graphic>
        </p:graphicFrame>
        <p:graphicFrame>
          <p:nvGraphicFramePr>
            <p:cNvPr id="20503" name="Object 49"/>
            <p:cNvGraphicFramePr>
              <a:graphicFrameLocks/>
            </p:cNvGraphicFramePr>
            <p:nvPr/>
          </p:nvGraphicFramePr>
          <p:xfrm>
            <a:off x="1041" y="2608"/>
            <a:ext cx="217" cy="396"/>
          </p:xfrm>
          <a:graphic>
            <a:graphicData uri="http://schemas.openxmlformats.org/presentationml/2006/ole">
              <p:oleObj spid="_x0000_s13331" r:id="rId22" imgW="5181600" imgH="9448800" progId="">
                <p:embed/>
              </p:oleObj>
            </a:graphicData>
          </a:graphic>
        </p:graphicFrame>
        <p:graphicFrame>
          <p:nvGraphicFramePr>
            <p:cNvPr id="20504" name="Object 50"/>
            <p:cNvGraphicFramePr>
              <a:graphicFrameLocks/>
            </p:cNvGraphicFramePr>
            <p:nvPr/>
          </p:nvGraphicFramePr>
          <p:xfrm>
            <a:off x="1540" y="2610"/>
            <a:ext cx="307" cy="396"/>
          </p:xfrm>
          <a:graphic>
            <a:graphicData uri="http://schemas.openxmlformats.org/presentationml/2006/ole">
              <p:oleObj spid="_x0000_s13332" r:id="rId23" imgW="7315200" imgH="9448800" progId="">
                <p:embed/>
              </p:oleObj>
            </a:graphicData>
          </a:graphic>
        </p:graphicFrame>
        <p:graphicFrame>
          <p:nvGraphicFramePr>
            <p:cNvPr id="20505" name="Object 51"/>
            <p:cNvGraphicFramePr>
              <a:graphicFrameLocks/>
            </p:cNvGraphicFramePr>
            <p:nvPr/>
          </p:nvGraphicFramePr>
          <p:xfrm>
            <a:off x="2076" y="2611"/>
            <a:ext cx="283" cy="397"/>
          </p:xfrm>
          <a:graphic>
            <a:graphicData uri="http://schemas.openxmlformats.org/presentationml/2006/ole">
              <p:oleObj spid="_x0000_s13333" r:id="rId24" imgW="6705600" imgH="9448800" progId="">
                <p:embed/>
              </p:oleObj>
            </a:graphicData>
          </a:graphic>
        </p:graphicFrame>
        <p:graphicFrame>
          <p:nvGraphicFramePr>
            <p:cNvPr id="20506" name="Object 52"/>
            <p:cNvGraphicFramePr>
              <a:graphicFrameLocks/>
            </p:cNvGraphicFramePr>
            <p:nvPr/>
          </p:nvGraphicFramePr>
          <p:xfrm>
            <a:off x="2596" y="2618"/>
            <a:ext cx="307" cy="397"/>
          </p:xfrm>
          <a:graphic>
            <a:graphicData uri="http://schemas.openxmlformats.org/presentationml/2006/ole">
              <p:oleObj spid="_x0000_s13334" r:id="rId25" imgW="7315200" imgH="9448800" progId="">
                <p:embed/>
              </p:oleObj>
            </a:graphicData>
          </a:graphic>
        </p:graphicFrame>
        <p:graphicFrame>
          <p:nvGraphicFramePr>
            <p:cNvPr id="20507" name="Object 53"/>
            <p:cNvGraphicFramePr>
              <a:graphicFrameLocks/>
            </p:cNvGraphicFramePr>
            <p:nvPr/>
          </p:nvGraphicFramePr>
          <p:xfrm>
            <a:off x="3164" y="2615"/>
            <a:ext cx="217" cy="397"/>
          </p:xfrm>
          <a:graphic>
            <a:graphicData uri="http://schemas.openxmlformats.org/presentationml/2006/ole">
              <p:oleObj spid="_x0000_s13335" r:id="rId26" imgW="5181600" imgH="9448800" progId="">
                <p:embed/>
              </p:oleObj>
            </a:graphicData>
          </a:graphic>
        </p:graphicFrame>
        <p:graphicFrame>
          <p:nvGraphicFramePr>
            <p:cNvPr id="20508" name="Object 54"/>
            <p:cNvGraphicFramePr>
              <a:graphicFrameLocks/>
            </p:cNvGraphicFramePr>
            <p:nvPr/>
          </p:nvGraphicFramePr>
          <p:xfrm>
            <a:off x="3641" y="2620"/>
            <a:ext cx="293" cy="396"/>
          </p:xfrm>
          <a:graphic>
            <a:graphicData uri="http://schemas.openxmlformats.org/presentationml/2006/ole">
              <p:oleObj spid="_x0000_s13336" r:id="rId27" imgW="7010400" imgH="9448800" progId="">
                <p:embed/>
              </p:oleObj>
            </a:graphicData>
          </a:graphic>
        </p:graphicFrame>
      </p:grpSp>
      <p:grpSp>
        <p:nvGrpSpPr>
          <p:cNvPr id="5" name="Group 69"/>
          <p:cNvGrpSpPr/>
          <p:nvPr/>
        </p:nvGrpSpPr>
        <p:grpSpPr>
          <a:xfrm>
            <a:off x="1436688" y="3084513"/>
            <a:ext cx="3684587" cy="647700"/>
            <a:chOff x="529" y="2127"/>
            <a:chExt cx="2321" cy="408"/>
          </a:xfrm>
        </p:grpSpPr>
        <p:graphicFrame>
          <p:nvGraphicFramePr>
            <p:cNvPr id="20510" name="Object 56"/>
            <p:cNvGraphicFramePr>
              <a:graphicFrameLocks/>
            </p:cNvGraphicFramePr>
            <p:nvPr/>
          </p:nvGraphicFramePr>
          <p:xfrm>
            <a:off x="529" y="2127"/>
            <a:ext cx="216" cy="396"/>
          </p:xfrm>
          <a:graphic>
            <a:graphicData uri="http://schemas.openxmlformats.org/presentationml/2006/ole">
              <p:oleObj spid="_x0000_s13337" r:id="rId28" imgW="5181600" imgH="9448800" progId="">
                <p:embed/>
              </p:oleObj>
            </a:graphicData>
          </a:graphic>
        </p:graphicFrame>
        <p:graphicFrame>
          <p:nvGraphicFramePr>
            <p:cNvPr id="20511" name="Object 57"/>
            <p:cNvGraphicFramePr>
              <a:graphicFrameLocks/>
            </p:cNvGraphicFramePr>
            <p:nvPr/>
          </p:nvGraphicFramePr>
          <p:xfrm>
            <a:off x="1033" y="2128"/>
            <a:ext cx="217" cy="396"/>
          </p:xfrm>
          <a:graphic>
            <a:graphicData uri="http://schemas.openxmlformats.org/presentationml/2006/ole">
              <p:oleObj spid="_x0000_s13338" r:id="rId29" imgW="5181600" imgH="9448800" progId="">
                <p:embed/>
              </p:oleObj>
            </a:graphicData>
          </a:graphic>
        </p:graphicFrame>
        <p:graphicFrame>
          <p:nvGraphicFramePr>
            <p:cNvPr id="20512" name="Object 58"/>
            <p:cNvGraphicFramePr>
              <a:graphicFrameLocks/>
            </p:cNvGraphicFramePr>
            <p:nvPr/>
          </p:nvGraphicFramePr>
          <p:xfrm>
            <a:off x="1583" y="2130"/>
            <a:ext cx="204" cy="396"/>
          </p:xfrm>
          <a:graphic>
            <a:graphicData uri="http://schemas.openxmlformats.org/presentationml/2006/ole">
              <p:oleObj spid="_x0000_s13339" r:id="rId30" imgW="4876800" imgH="9448800" progId="">
                <p:embed/>
              </p:oleObj>
            </a:graphicData>
          </a:graphic>
        </p:graphicFrame>
        <p:graphicFrame>
          <p:nvGraphicFramePr>
            <p:cNvPr id="20513" name="Object 59"/>
            <p:cNvGraphicFramePr>
              <a:graphicFrameLocks/>
            </p:cNvGraphicFramePr>
            <p:nvPr/>
          </p:nvGraphicFramePr>
          <p:xfrm>
            <a:off x="2101" y="2131"/>
            <a:ext cx="217" cy="397"/>
          </p:xfrm>
          <a:graphic>
            <a:graphicData uri="http://schemas.openxmlformats.org/presentationml/2006/ole">
              <p:oleObj spid="_x0000_s13340" r:id="rId31" imgW="5181600" imgH="9448800" progId="">
                <p:embed/>
              </p:oleObj>
            </a:graphicData>
          </a:graphic>
        </p:graphicFrame>
        <p:graphicFrame>
          <p:nvGraphicFramePr>
            <p:cNvPr id="20514" name="Object 60"/>
            <p:cNvGraphicFramePr>
              <a:graphicFrameLocks/>
            </p:cNvGraphicFramePr>
            <p:nvPr/>
          </p:nvGraphicFramePr>
          <p:xfrm>
            <a:off x="2633" y="2138"/>
            <a:ext cx="217" cy="397"/>
          </p:xfrm>
          <a:graphic>
            <a:graphicData uri="http://schemas.openxmlformats.org/presentationml/2006/ole">
              <p:oleObj spid="_x0000_s13341" r:id="rId32" imgW="5181600" imgH="9448800" progId="">
                <p:embed/>
              </p:oleObj>
            </a:graphicData>
          </a:graphic>
        </p:graphicFrame>
      </p:grpSp>
      <p:grpSp>
        <p:nvGrpSpPr>
          <p:cNvPr id="6" name="Group 74"/>
          <p:cNvGrpSpPr/>
          <p:nvPr/>
        </p:nvGrpSpPr>
        <p:grpSpPr>
          <a:xfrm>
            <a:off x="1495425" y="2424113"/>
            <a:ext cx="2720975" cy="636587"/>
            <a:chOff x="574" y="1623"/>
            <a:chExt cx="1714" cy="401"/>
          </a:xfrm>
        </p:grpSpPr>
        <p:graphicFrame>
          <p:nvGraphicFramePr>
            <p:cNvPr id="20516" name="Object 64"/>
            <p:cNvGraphicFramePr>
              <a:graphicFrameLocks/>
            </p:cNvGraphicFramePr>
            <p:nvPr/>
          </p:nvGraphicFramePr>
          <p:xfrm>
            <a:off x="574" y="1623"/>
            <a:ext cx="141" cy="396"/>
          </p:xfrm>
          <a:graphic>
            <a:graphicData uri="http://schemas.openxmlformats.org/presentationml/2006/ole">
              <p:oleObj spid="_x0000_s13342" r:id="rId33" imgW="3352800" imgH="9448800" progId="">
                <p:embed/>
              </p:oleObj>
            </a:graphicData>
          </a:graphic>
        </p:graphicFrame>
        <p:graphicFrame>
          <p:nvGraphicFramePr>
            <p:cNvPr id="20517" name="Object 65"/>
            <p:cNvGraphicFramePr>
              <a:graphicFrameLocks/>
            </p:cNvGraphicFramePr>
            <p:nvPr/>
          </p:nvGraphicFramePr>
          <p:xfrm>
            <a:off x="1079" y="1624"/>
            <a:ext cx="141" cy="396"/>
          </p:xfrm>
          <a:graphic>
            <a:graphicData uri="http://schemas.openxmlformats.org/presentationml/2006/ole">
              <p:oleObj spid="_x0000_s13343" r:id="rId34" imgW="3352800" imgH="9448800" progId="">
                <p:embed/>
              </p:oleObj>
            </a:graphicData>
          </a:graphic>
        </p:graphicFrame>
        <p:graphicFrame>
          <p:nvGraphicFramePr>
            <p:cNvPr id="20518" name="Object 66"/>
            <p:cNvGraphicFramePr>
              <a:graphicFrameLocks/>
            </p:cNvGraphicFramePr>
            <p:nvPr/>
          </p:nvGraphicFramePr>
          <p:xfrm>
            <a:off x="1622" y="1626"/>
            <a:ext cx="142" cy="396"/>
          </p:xfrm>
          <a:graphic>
            <a:graphicData uri="http://schemas.openxmlformats.org/presentationml/2006/ole">
              <p:oleObj spid="_x0000_s13344" r:id="rId35" imgW="3352800" imgH="9448800" progId="">
                <p:embed/>
              </p:oleObj>
            </a:graphicData>
          </a:graphic>
        </p:graphicFrame>
        <p:graphicFrame>
          <p:nvGraphicFramePr>
            <p:cNvPr id="20519" name="Object 67"/>
            <p:cNvGraphicFramePr>
              <a:graphicFrameLocks/>
            </p:cNvGraphicFramePr>
            <p:nvPr/>
          </p:nvGraphicFramePr>
          <p:xfrm>
            <a:off x="2147" y="1627"/>
            <a:ext cx="141" cy="397"/>
          </p:xfrm>
          <a:graphic>
            <a:graphicData uri="http://schemas.openxmlformats.org/presentationml/2006/ole">
              <p:oleObj spid="_x0000_s13345" r:id="rId36" imgW="3352800" imgH="9448800" progId="">
                <p:embed/>
              </p:oleObj>
            </a:graphicData>
          </a:graphic>
        </p:graphicFrame>
      </p:grpSp>
      <p:grpSp>
        <p:nvGrpSpPr>
          <p:cNvPr id="7" name="Group 78"/>
          <p:cNvGrpSpPr/>
          <p:nvPr/>
        </p:nvGrpSpPr>
        <p:grpSpPr>
          <a:xfrm>
            <a:off x="1495425" y="1763713"/>
            <a:ext cx="1889125" cy="633412"/>
            <a:chOff x="566" y="1159"/>
            <a:chExt cx="1190" cy="399"/>
          </a:xfrm>
        </p:grpSpPr>
        <p:graphicFrame>
          <p:nvGraphicFramePr>
            <p:cNvPr id="20521" name="Object 70"/>
            <p:cNvGraphicFramePr>
              <a:graphicFrameLocks/>
            </p:cNvGraphicFramePr>
            <p:nvPr/>
          </p:nvGraphicFramePr>
          <p:xfrm>
            <a:off x="566" y="1159"/>
            <a:ext cx="141" cy="396"/>
          </p:xfrm>
          <a:graphic>
            <a:graphicData uri="http://schemas.openxmlformats.org/presentationml/2006/ole">
              <p:oleObj spid="_x0000_s13346" r:id="rId37" imgW="3352800" imgH="9448800" progId="">
                <p:embed/>
              </p:oleObj>
            </a:graphicData>
          </a:graphic>
        </p:graphicFrame>
        <p:graphicFrame>
          <p:nvGraphicFramePr>
            <p:cNvPr id="20522" name="Object 71"/>
            <p:cNvGraphicFramePr>
              <a:graphicFrameLocks/>
            </p:cNvGraphicFramePr>
            <p:nvPr/>
          </p:nvGraphicFramePr>
          <p:xfrm>
            <a:off x="1066" y="1160"/>
            <a:ext cx="152" cy="396"/>
          </p:xfrm>
          <a:graphic>
            <a:graphicData uri="http://schemas.openxmlformats.org/presentationml/2006/ole">
              <p:oleObj spid="_x0000_s13347" r:id="rId38" imgW="3657600" imgH="9448800" progId="">
                <p:embed/>
              </p:oleObj>
            </a:graphicData>
          </a:graphic>
        </p:graphicFrame>
        <p:graphicFrame>
          <p:nvGraphicFramePr>
            <p:cNvPr id="20523" name="Object 72"/>
            <p:cNvGraphicFramePr>
              <a:graphicFrameLocks/>
            </p:cNvGraphicFramePr>
            <p:nvPr/>
          </p:nvGraphicFramePr>
          <p:xfrm>
            <a:off x="1614" y="1162"/>
            <a:ext cx="142" cy="396"/>
          </p:xfrm>
          <a:graphic>
            <a:graphicData uri="http://schemas.openxmlformats.org/presentationml/2006/ole">
              <p:oleObj spid="_x0000_s13348" r:id="rId39" imgW="3352800" imgH="9448800" progId="">
                <p:embed/>
              </p:oleObj>
            </a:graphicData>
          </a:graphic>
        </p:graphicFrame>
      </p:grpSp>
      <p:grpSp>
        <p:nvGrpSpPr>
          <p:cNvPr id="8" name="Group 79"/>
          <p:cNvGrpSpPr/>
          <p:nvPr/>
        </p:nvGrpSpPr>
        <p:grpSpPr>
          <a:xfrm>
            <a:off x="1487488" y="1103313"/>
            <a:ext cx="1042987" cy="630237"/>
            <a:chOff x="537" y="383"/>
            <a:chExt cx="657" cy="397"/>
          </a:xfrm>
        </p:grpSpPr>
        <p:graphicFrame>
          <p:nvGraphicFramePr>
            <p:cNvPr id="20525" name="Object 75"/>
            <p:cNvGraphicFramePr>
              <a:graphicFrameLocks/>
            </p:cNvGraphicFramePr>
            <p:nvPr/>
          </p:nvGraphicFramePr>
          <p:xfrm>
            <a:off x="537" y="383"/>
            <a:ext cx="152" cy="396"/>
          </p:xfrm>
          <a:graphic>
            <a:graphicData uri="http://schemas.openxmlformats.org/presentationml/2006/ole">
              <p:oleObj spid="_x0000_s13349" r:id="rId40" imgW="3657600" imgH="9448800" progId="">
                <p:embed/>
              </p:oleObj>
            </a:graphicData>
          </a:graphic>
        </p:graphicFrame>
        <p:graphicFrame>
          <p:nvGraphicFramePr>
            <p:cNvPr id="20526" name="Object 76"/>
            <p:cNvGraphicFramePr>
              <a:graphicFrameLocks/>
            </p:cNvGraphicFramePr>
            <p:nvPr/>
          </p:nvGraphicFramePr>
          <p:xfrm>
            <a:off x="1042" y="384"/>
            <a:ext cx="152" cy="396"/>
          </p:xfrm>
          <a:graphic>
            <a:graphicData uri="http://schemas.openxmlformats.org/presentationml/2006/ole">
              <p:oleObj spid="_x0000_s13350" r:id="rId41" imgW="3657600" imgH="9448800" progId="">
                <p:embed/>
              </p:oleObj>
            </a:graphicData>
          </a:graphic>
        </p:graphicFrame>
      </p:grpSp>
      <p:grpSp>
        <p:nvGrpSpPr>
          <p:cNvPr id="9" name="Group 108"/>
          <p:cNvGrpSpPr/>
          <p:nvPr/>
        </p:nvGrpSpPr>
        <p:grpSpPr>
          <a:xfrm>
            <a:off x="1381125" y="3775075"/>
            <a:ext cx="4637088" cy="647700"/>
            <a:chOff x="870" y="2378"/>
            <a:chExt cx="2921" cy="408"/>
          </a:xfrm>
        </p:grpSpPr>
        <p:graphicFrame>
          <p:nvGraphicFramePr>
            <p:cNvPr id="20528" name="Object 91"/>
            <p:cNvGraphicFramePr>
              <a:graphicFrameLocks/>
            </p:cNvGraphicFramePr>
            <p:nvPr/>
          </p:nvGraphicFramePr>
          <p:xfrm>
            <a:off x="870" y="2378"/>
            <a:ext cx="293" cy="396"/>
          </p:xfrm>
          <a:graphic>
            <a:graphicData uri="http://schemas.openxmlformats.org/presentationml/2006/ole">
              <p:oleObj spid="_x0000_s13351" r:id="rId42" imgW="7010400" imgH="9448800" progId="">
                <p:embed/>
              </p:oleObj>
            </a:graphicData>
          </a:graphic>
        </p:graphicFrame>
        <p:graphicFrame>
          <p:nvGraphicFramePr>
            <p:cNvPr id="20529" name="Object 92"/>
            <p:cNvGraphicFramePr>
              <a:graphicFrameLocks/>
            </p:cNvGraphicFramePr>
            <p:nvPr/>
          </p:nvGraphicFramePr>
          <p:xfrm>
            <a:off x="1412" y="2379"/>
            <a:ext cx="217" cy="396"/>
          </p:xfrm>
          <a:graphic>
            <a:graphicData uri="http://schemas.openxmlformats.org/presentationml/2006/ole">
              <p:oleObj spid="_x0000_s13352" r:id="rId43" imgW="5181600" imgH="9448800" progId="">
                <p:embed/>
              </p:oleObj>
            </a:graphicData>
          </a:graphic>
        </p:graphicFrame>
        <p:graphicFrame>
          <p:nvGraphicFramePr>
            <p:cNvPr id="20530" name="Object 93"/>
            <p:cNvGraphicFramePr>
              <a:graphicFrameLocks/>
            </p:cNvGraphicFramePr>
            <p:nvPr/>
          </p:nvGraphicFramePr>
          <p:xfrm>
            <a:off x="1923" y="2381"/>
            <a:ext cx="283" cy="396"/>
          </p:xfrm>
          <a:graphic>
            <a:graphicData uri="http://schemas.openxmlformats.org/presentationml/2006/ole">
              <p:oleObj spid="_x0000_s13353" r:id="rId44" imgW="6705600" imgH="9448800" progId="">
                <p:embed/>
              </p:oleObj>
            </a:graphicData>
          </a:graphic>
        </p:graphicFrame>
        <p:graphicFrame>
          <p:nvGraphicFramePr>
            <p:cNvPr id="20531" name="Object 94"/>
            <p:cNvGraphicFramePr>
              <a:graphicFrameLocks/>
            </p:cNvGraphicFramePr>
            <p:nvPr/>
          </p:nvGraphicFramePr>
          <p:xfrm>
            <a:off x="2447" y="2382"/>
            <a:ext cx="283" cy="397"/>
          </p:xfrm>
          <a:graphic>
            <a:graphicData uri="http://schemas.openxmlformats.org/presentationml/2006/ole">
              <p:oleObj spid="_x0000_s13354" r:id="rId45" imgW="6705600" imgH="9448800" progId="">
                <p:embed/>
              </p:oleObj>
            </a:graphicData>
          </a:graphic>
        </p:graphicFrame>
        <p:graphicFrame>
          <p:nvGraphicFramePr>
            <p:cNvPr id="20532" name="Object 95"/>
            <p:cNvGraphicFramePr>
              <a:graphicFrameLocks/>
            </p:cNvGraphicFramePr>
            <p:nvPr/>
          </p:nvGraphicFramePr>
          <p:xfrm>
            <a:off x="3012" y="2389"/>
            <a:ext cx="217" cy="397"/>
          </p:xfrm>
          <a:graphic>
            <a:graphicData uri="http://schemas.openxmlformats.org/presentationml/2006/ole">
              <p:oleObj spid="_x0000_s13355" r:id="rId46" imgW="5181600" imgH="9448800" progId="">
                <p:embed/>
              </p:oleObj>
            </a:graphicData>
          </a:graphic>
        </p:graphicFrame>
        <p:graphicFrame>
          <p:nvGraphicFramePr>
            <p:cNvPr id="20533" name="Object 96"/>
            <p:cNvGraphicFramePr>
              <a:graphicFrameLocks/>
            </p:cNvGraphicFramePr>
            <p:nvPr/>
          </p:nvGraphicFramePr>
          <p:xfrm>
            <a:off x="3497" y="2386"/>
            <a:ext cx="294" cy="397"/>
          </p:xfrm>
          <a:graphic>
            <a:graphicData uri="http://schemas.openxmlformats.org/presentationml/2006/ole">
              <p:oleObj spid="_x0000_s13356" r:id="rId47" imgW="7010400" imgH="9448800" progId="">
                <p:embed/>
              </p:oleObj>
            </a:graphicData>
          </a:graphic>
        </p:graphicFrame>
      </p:grpSp>
      <p:grpSp>
        <p:nvGrpSpPr>
          <p:cNvPr id="10" name="Group 107"/>
          <p:cNvGrpSpPr/>
          <p:nvPr/>
        </p:nvGrpSpPr>
        <p:grpSpPr>
          <a:xfrm>
            <a:off x="407988" y="561975"/>
            <a:ext cx="8558212" cy="5981700"/>
            <a:chOff x="257" y="354"/>
            <a:chExt cx="5391" cy="3768"/>
          </a:xfrm>
        </p:grpSpPr>
        <p:sp>
          <p:nvSpPr>
            <p:cNvPr id="20535" name="Line 16"/>
            <p:cNvSpPr/>
            <p:nvPr/>
          </p:nvSpPr>
          <p:spPr>
            <a:xfrm>
              <a:off x="258" y="368"/>
              <a:ext cx="5390" cy="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36" name="Line 17"/>
            <p:cNvSpPr/>
            <p:nvPr/>
          </p:nvSpPr>
          <p:spPr>
            <a:xfrm>
              <a:off x="258" y="662"/>
              <a:ext cx="5382" cy="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37" name="Text Box 18"/>
            <p:cNvSpPr txBox="1"/>
            <p:nvPr/>
          </p:nvSpPr>
          <p:spPr>
            <a:xfrm>
              <a:off x="334" y="35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zh-CN" alt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8" name="Line 14"/>
            <p:cNvSpPr/>
            <p:nvPr/>
          </p:nvSpPr>
          <p:spPr>
            <a:xfrm>
              <a:off x="257" y="4109"/>
              <a:ext cx="5310" cy="6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20539" name="Object 81"/>
            <p:cNvGraphicFramePr>
              <a:graphicFrameLocks/>
            </p:cNvGraphicFramePr>
            <p:nvPr/>
          </p:nvGraphicFramePr>
          <p:xfrm>
            <a:off x="2483" y="384"/>
            <a:ext cx="340" cy="292"/>
          </p:xfrm>
          <a:graphic>
            <a:graphicData uri="http://schemas.openxmlformats.org/presentationml/2006/ole">
              <p:oleObj spid="_x0000_s13357" r:id="rId48" imgW="6705600" imgH="5791200" progId="">
                <p:embed/>
              </p:oleObj>
            </a:graphicData>
          </a:graphic>
        </p:graphicFrame>
        <p:sp>
          <p:nvSpPr>
            <p:cNvPr id="20540" name="Line 82"/>
            <p:cNvSpPr/>
            <p:nvPr/>
          </p:nvSpPr>
          <p:spPr>
            <a:xfrm>
              <a:off x="694" y="366"/>
              <a:ext cx="0" cy="375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1" name="Text Box 83"/>
            <p:cNvSpPr txBox="1"/>
            <p:nvPr/>
          </p:nvSpPr>
          <p:spPr>
            <a:xfrm>
              <a:off x="331" y="807"/>
              <a:ext cx="1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542" name="Text Box 84"/>
            <p:cNvSpPr txBox="1"/>
            <p:nvPr/>
          </p:nvSpPr>
          <p:spPr>
            <a:xfrm>
              <a:off x="317" y="1211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543" name="Text Box 85"/>
            <p:cNvSpPr txBox="1"/>
            <p:nvPr/>
          </p:nvSpPr>
          <p:spPr>
            <a:xfrm>
              <a:off x="318" y="1662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0544" name="Text Box 86"/>
            <p:cNvSpPr txBox="1"/>
            <p:nvPr/>
          </p:nvSpPr>
          <p:spPr>
            <a:xfrm>
              <a:off x="327" y="2058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4</a:t>
              </a:r>
            </a:p>
          </p:txBody>
        </p:sp>
        <p:sp>
          <p:nvSpPr>
            <p:cNvPr id="20545" name="Text Box 87"/>
            <p:cNvSpPr txBox="1"/>
            <p:nvPr/>
          </p:nvSpPr>
          <p:spPr>
            <a:xfrm>
              <a:off x="326" y="2486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5</a:t>
              </a:r>
            </a:p>
          </p:txBody>
        </p:sp>
        <p:sp>
          <p:nvSpPr>
            <p:cNvPr id="20546" name="Text Box 88"/>
            <p:cNvSpPr txBox="1"/>
            <p:nvPr/>
          </p:nvSpPr>
          <p:spPr>
            <a:xfrm>
              <a:off x="326" y="2931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6</a:t>
              </a:r>
            </a:p>
          </p:txBody>
        </p:sp>
        <p:sp>
          <p:nvSpPr>
            <p:cNvPr id="20547" name="Text Box 89"/>
            <p:cNvSpPr txBox="1"/>
            <p:nvPr/>
          </p:nvSpPr>
          <p:spPr>
            <a:xfrm>
              <a:off x="350" y="3415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7</a:t>
              </a:r>
            </a:p>
          </p:txBody>
        </p:sp>
        <p:sp>
          <p:nvSpPr>
            <p:cNvPr id="20548" name="Text Box 106"/>
            <p:cNvSpPr txBox="1"/>
            <p:nvPr/>
          </p:nvSpPr>
          <p:spPr>
            <a:xfrm>
              <a:off x="344" y="3807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5" name="Text Box 3"/>
          <p:cNvSpPr txBox="1"/>
          <p:nvPr/>
        </p:nvSpPr>
        <p:spPr>
          <a:xfrm>
            <a:off x="109538" y="193675"/>
            <a:ext cx="4291012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buClr>
                <a:schemeClr val="accent2"/>
              </a:buClr>
              <a:buFont typeface="ZapfDingbats" pitchFamily="8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当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= 1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时, 可得到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基本梯形公式</a:t>
            </a:r>
            <a:endParaRPr lang="zh-CN" alt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05156" name="Object 4"/>
          <p:cNvGraphicFramePr>
            <a:graphicFrameLocks/>
          </p:cNvGraphicFramePr>
          <p:nvPr/>
        </p:nvGraphicFramePr>
        <p:xfrm>
          <a:off x="581025" y="1157288"/>
          <a:ext cx="5272088" cy="946150"/>
        </p:xfrm>
        <a:graphic>
          <a:graphicData uri="http://schemas.openxmlformats.org/presentationml/2006/ole">
            <p:oleObj spid="_x0000_s14337" r:id="rId4" imgW="52425600" imgH="9448800" progId="">
              <p:embed/>
            </p:oleObj>
          </a:graphicData>
        </a:graphic>
      </p:graphicFrame>
      <p:sp>
        <p:nvSpPr>
          <p:cNvPr id="305159" name="Text Box 7"/>
          <p:cNvSpPr txBox="1"/>
          <p:nvPr/>
        </p:nvSpPr>
        <p:spPr>
          <a:xfrm>
            <a:off x="63500" y="2098675"/>
            <a:ext cx="6467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buClr>
                <a:schemeClr val="accent2"/>
              </a:buClr>
              <a:buFont typeface="ZapfDingbats" pitchFamily="8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当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= 2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时, 可得到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基本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Simpson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公式</a:t>
            </a:r>
            <a:endParaRPr lang="zh-CN" alt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05160" name="Object 8"/>
          <p:cNvGraphicFramePr>
            <a:graphicFrameLocks/>
          </p:cNvGraphicFramePr>
          <p:nvPr/>
        </p:nvGraphicFramePr>
        <p:xfrm>
          <a:off x="563563" y="2762250"/>
          <a:ext cx="7140575" cy="946150"/>
        </p:xfrm>
        <a:graphic>
          <a:graphicData uri="http://schemas.openxmlformats.org/presentationml/2006/ole">
            <p:oleObj spid="_x0000_s14338" r:id="rId5" imgW="71018400" imgH="9448800" progId="">
              <p:embed/>
            </p:oleObj>
          </a:graphicData>
        </a:graphic>
      </p:graphicFrame>
      <p:sp>
        <p:nvSpPr>
          <p:cNvPr id="305163" name="Text Box 11"/>
          <p:cNvSpPr txBox="1"/>
          <p:nvPr/>
        </p:nvSpPr>
        <p:spPr>
          <a:xfrm>
            <a:off x="65088" y="3651250"/>
            <a:ext cx="56546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buClr>
                <a:schemeClr val="accent2"/>
              </a:buClr>
              <a:buFont typeface="ZapfDingbats" pitchFamily="8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当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= 4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时, 可得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基本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Cotes 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公式</a:t>
            </a:r>
            <a:endParaRPr lang="zh-CN" alt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05164" name="Object 12"/>
          <p:cNvGraphicFramePr>
            <a:graphicFrameLocks/>
          </p:cNvGraphicFramePr>
          <p:nvPr/>
        </p:nvGraphicFramePr>
        <p:xfrm>
          <a:off x="536575" y="4205288"/>
          <a:ext cx="6119813" cy="1520825"/>
        </p:xfrm>
        <a:graphic>
          <a:graphicData uri="http://schemas.openxmlformats.org/presentationml/2006/ole">
            <p:oleObj spid="_x0000_s14339" r:id="rId6" imgW="61264800" imgH="15240000" progId="">
              <p:embed/>
            </p:oleObj>
          </a:graphicData>
        </a:graphic>
      </p:graphicFrame>
      <p:grpSp>
        <p:nvGrpSpPr>
          <p:cNvPr id="2" name="Group 20"/>
          <p:cNvGrpSpPr/>
          <p:nvPr/>
        </p:nvGrpSpPr>
        <p:grpSpPr>
          <a:xfrm>
            <a:off x="465138" y="5622925"/>
            <a:ext cx="5716587" cy="944563"/>
            <a:chOff x="381" y="3692"/>
            <a:chExt cx="3601" cy="595"/>
          </a:xfrm>
        </p:grpSpPr>
        <p:sp>
          <p:nvSpPr>
            <p:cNvPr id="21512" name="Text Box 13"/>
            <p:cNvSpPr txBox="1"/>
            <p:nvPr/>
          </p:nvSpPr>
          <p:spPr>
            <a:xfrm>
              <a:off x="381" y="3819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其中</a:t>
              </a:r>
            </a:p>
          </p:txBody>
        </p:sp>
        <p:graphicFrame>
          <p:nvGraphicFramePr>
            <p:cNvPr id="21513" name="Object 14"/>
            <p:cNvGraphicFramePr>
              <a:graphicFrameLocks/>
            </p:cNvGraphicFramePr>
            <p:nvPr/>
          </p:nvGraphicFramePr>
          <p:xfrm>
            <a:off x="935" y="3692"/>
            <a:ext cx="3047" cy="595"/>
          </p:xfrm>
          <a:graphic>
            <a:graphicData uri="http://schemas.openxmlformats.org/presentationml/2006/ole">
              <p:oleObj spid="_x0000_s14340" r:id="rId7" imgW="48158400" imgH="9448800" progId="">
                <p:embed/>
              </p:oleObj>
            </a:graphicData>
          </a:graphic>
        </p:graphicFrame>
      </p:grpSp>
      <p:sp>
        <p:nvSpPr>
          <p:cNvPr id="305168" name="AutoShape 16"/>
          <p:cNvSpPr/>
          <p:nvPr/>
        </p:nvSpPr>
        <p:spPr>
          <a:xfrm>
            <a:off x="884238" y="717550"/>
            <a:ext cx="5099050" cy="3252788"/>
          </a:xfrm>
          <a:prstGeom prst="cloudCallout">
            <a:avLst>
              <a:gd name="adj1" fmla="val -4579"/>
              <a:gd name="adj2" fmla="val 93727"/>
            </a:avLst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2800" b="1" dirty="0">
                <a:latin typeface="Comic Sans MS" panose="030F0702030302020204" pitchFamily="66" charset="0"/>
              </a:rPr>
              <a:t>可以证明当 </a:t>
            </a:r>
            <a:r>
              <a:rPr lang="en-US" altLang="zh-CN" sz="2800" b="1" dirty="0">
                <a:latin typeface="Comic Sans MS" panose="030F0702030302020204" pitchFamily="66" charset="0"/>
              </a:rPr>
              <a:t>n </a:t>
            </a:r>
            <a:r>
              <a:rPr lang="zh-CN" altLang="zh-CN" sz="2800" b="1" dirty="0">
                <a:latin typeface="Comic Sans MS" panose="030F0702030302020204" pitchFamily="66" charset="0"/>
              </a:rPr>
              <a:t>为偶数时</a:t>
            </a:r>
          </a:p>
          <a:p>
            <a:pPr algn="ctr" eaLnBrk="0" hangingPunct="0"/>
            <a:r>
              <a:rPr lang="en-US" altLang="zh-CN" sz="2800" b="1" dirty="0">
                <a:latin typeface="Comic Sans MS" panose="030F0702030302020204" pitchFamily="66" charset="0"/>
              </a:rPr>
              <a:t>Newton-Cotes</a:t>
            </a:r>
            <a:r>
              <a:rPr lang="zh-CN" altLang="zh-CN" sz="2800" b="1" dirty="0">
                <a:latin typeface="Comic Sans MS" panose="030F0702030302020204" pitchFamily="66" charset="0"/>
              </a:rPr>
              <a:t>公式至少</a:t>
            </a:r>
          </a:p>
          <a:p>
            <a:pPr algn="ctr" eaLnBrk="0" hangingPunct="0"/>
            <a:r>
              <a:rPr lang="zh-CN" altLang="zh-CN" sz="2800" b="1" dirty="0">
                <a:latin typeface="Comic Sans MS" panose="030F0702030302020204" pitchFamily="66" charset="0"/>
              </a:rPr>
              <a:t>具有 </a:t>
            </a:r>
            <a:r>
              <a:rPr lang="en-US" altLang="zh-CN" sz="2800" b="1" dirty="0">
                <a:latin typeface="Comic Sans MS" panose="030F0702030302020204" pitchFamily="66" charset="0"/>
              </a:rPr>
              <a:t>n+1 </a:t>
            </a:r>
            <a:r>
              <a:rPr lang="zh-CN" altLang="zh-CN" sz="2800" b="1" dirty="0">
                <a:latin typeface="Comic Sans MS" panose="030F0702030302020204" pitchFamily="66" charset="0"/>
              </a:rPr>
              <a:t>次代数精度</a:t>
            </a:r>
            <a:endParaRPr lang="zh-CN" alt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305169" name="AutoShape 17"/>
          <p:cNvSpPr/>
          <p:nvPr/>
        </p:nvSpPr>
        <p:spPr>
          <a:xfrm>
            <a:off x="6732588" y="1790700"/>
            <a:ext cx="2182812" cy="892175"/>
          </a:xfrm>
          <a:prstGeom prst="wedgeRoundRectCallout">
            <a:avLst>
              <a:gd name="adj1" fmla="val -92037"/>
              <a:gd name="adj2" fmla="val -6423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其具有一次代数精度.</a:t>
            </a:r>
            <a:endParaRPr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305170" name="AutoShape 18"/>
          <p:cNvSpPr/>
          <p:nvPr/>
        </p:nvSpPr>
        <p:spPr>
          <a:xfrm>
            <a:off x="6486525" y="3817938"/>
            <a:ext cx="2305050" cy="892175"/>
          </a:xfrm>
          <a:prstGeom prst="wedgeRoundRectCallout">
            <a:avLst>
              <a:gd name="adj1" fmla="val -87671"/>
              <a:gd name="adj2" fmla="val -110144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其具有3次代数精度.</a:t>
            </a:r>
            <a:endParaRPr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305171" name="AutoShape 19"/>
          <p:cNvSpPr/>
          <p:nvPr/>
        </p:nvSpPr>
        <p:spPr>
          <a:xfrm>
            <a:off x="6680200" y="5487988"/>
            <a:ext cx="2112963" cy="892175"/>
          </a:xfrm>
          <a:prstGeom prst="wedgeRoundRectCallout">
            <a:avLst>
              <a:gd name="adj1" fmla="val -90870"/>
              <a:gd name="adj2" fmla="val -5106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具有5次代数精度.</a:t>
            </a:r>
            <a:endParaRPr lang="zh-CN" altLang="en-US" b="1" dirty="0">
              <a:latin typeface="Comic Sans MS" panose="030F0702030302020204" pitchFamily="66" charset="0"/>
            </a:endParaRPr>
          </a:p>
        </p:txBody>
      </p:sp>
      <p:graphicFrame>
        <p:nvGraphicFramePr>
          <p:cNvPr id="305175" name="Object 23"/>
          <p:cNvGraphicFramePr>
            <a:graphicFrameLocks/>
          </p:cNvGraphicFramePr>
          <p:nvPr/>
        </p:nvGraphicFramePr>
        <p:xfrm>
          <a:off x="4332288" y="317500"/>
          <a:ext cx="4811712" cy="1038225"/>
        </p:xfrm>
        <a:graphic>
          <a:graphicData uri="http://schemas.openxmlformats.org/presentationml/2006/ole">
            <p:oleObj spid="_x0000_s14341" r:id="rId8" imgW="478536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0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/>
      <p:bldP spid="305159" grpId="0"/>
      <p:bldP spid="305163" grpId="0"/>
      <p:bldP spid="305168" grpId="0" animBg="1"/>
      <p:bldP spid="305169" grpId="0" animBg="1"/>
      <p:bldP spid="305170" grpId="0" animBg="1"/>
      <p:bldP spid="30517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9"/>
          <p:cNvSpPr>
            <a:spLocks noGrp="1"/>
          </p:cNvSpPr>
          <p:nvPr>
            <p:ph type="title"/>
          </p:nvPr>
        </p:nvSpPr>
        <p:spPr>
          <a:xfrm>
            <a:off x="623888" y="276225"/>
            <a:ext cx="7772400" cy="874713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zh-CN" sz="2800" dirty="0">
                <a:solidFill>
                  <a:srgbClr val="0033CC"/>
                </a:solidFill>
              </a:rPr>
              <a:t> </a:t>
            </a:r>
            <a:r>
              <a:rPr lang="zh-CN" altLang="zh-CN" sz="2800" b="1" dirty="0">
                <a:solidFill>
                  <a:srgbClr val="0033CC"/>
                </a:solidFill>
              </a:rPr>
              <a:t>Newton-Cotes公式的余项</a:t>
            </a:r>
            <a:endParaRPr lang="zh-CN" altLang="en-US" b="1" dirty="0"/>
          </a:p>
        </p:txBody>
      </p:sp>
      <p:grpSp>
        <p:nvGrpSpPr>
          <p:cNvPr id="2" name="Group 30"/>
          <p:cNvGrpSpPr/>
          <p:nvPr/>
        </p:nvGrpSpPr>
        <p:grpSpPr>
          <a:xfrm>
            <a:off x="444500" y="1165225"/>
            <a:ext cx="6913563" cy="1546225"/>
            <a:chOff x="280" y="734"/>
            <a:chExt cx="4355" cy="974"/>
          </a:xfrm>
        </p:grpSpPr>
        <p:sp>
          <p:nvSpPr>
            <p:cNvPr id="22531" name="Text Box 11"/>
            <p:cNvSpPr txBox="1"/>
            <p:nvPr/>
          </p:nvSpPr>
          <p:spPr>
            <a:xfrm>
              <a:off x="280" y="734"/>
              <a:ext cx="413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  <a:buChar char="p"/>
              </a:pPr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当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]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时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基本梯形公式的余项</a:t>
              </a:r>
            </a:p>
          </p:txBody>
        </p:sp>
        <p:graphicFrame>
          <p:nvGraphicFramePr>
            <p:cNvPr id="22532" name="Object 12"/>
            <p:cNvGraphicFramePr>
              <a:graphicFrameLocks/>
            </p:cNvGraphicFramePr>
            <p:nvPr/>
          </p:nvGraphicFramePr>
          <p:xfrm>
            <a:off x="1216" y="1074"/>
            <a:ext cx="3419" cy="634"/>
          </p:xfrm>
          <a:graphic>
            <a:graphicData uri="http://schemas.openxmlformats.org/presentationml/2006/ole">
              <p:oleObj spid="_x0000_s15361" r:id="rId4" imgW="53949600" imgH="10058400" progId="">
                <p:embed/>
              </p:oleObj>
            </a:graphicData>
          </a:graphic>
        </p:graphicFrame>
      </p:grpSp>
      <p:grpSp>
        <p:nvGrpSpPr>
          <p:cNvPr id="3" name="Group 31"/>
          <p:cNvGrpSpPr/>
          <p:nvPr/>
        </p:nvGrpSpPr>
        <p:grpSpPr>
          <a:xfrm>
            <a:off x="390525" y="2835275"/>
            <a:ext cx="7192963" cy="1565275"/>
            <a:chOff x="246" y="1786"/>
            <a:chExt cx="4531" cy="986"/>
          </a:xfrm>
        </p:grpSpPr>
        <p:sp>
          <p:nvSpPr>
            <p:cNvPr id="22534" name="Text Box 15"/>
            <p:cNvSpPr txBox="1"/>
            <p:nvPr/>
          </p:nvSpPr>
          <p:spPr>
            <a:xfrm>
              <a:off x="246" y="1786"/>
              <a:ext cx="4531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  <a:buChar char="p"/>
              </a:pPr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当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]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时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基本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Simpson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公式的余项</a:t>
              </a:r>
            </a:p>
          </p:txBody>
        </p:sp>
        <p:graphicFrame>
          <p:nvGraphicFramePr>
            <p:cNvPr id="22535" name="Object 16"/>
            <p:cNvGraphicFramePr>
              <a:graphicFrameLocks/>
            </p:cNvGraphicFramePr>
            <p:nvPr/>
          </p:nvGraphicFramePr>
          <p:xfrm>
            <a:off x="1108" y="2081"/>
            <a:ext cx="3646" cy="691"/>
          </p:xfrm>
          <a:graphic>
            <a:graphicData uri="http://schemas.openxmlformats.org/presentationml/2006/ole">
              <p:oleObj spid="_x0000_s15362" r:id="rId5" imgW="57912000" imgH="10972800" progId="">
                <p:embed/>
              </p:oleObj>
            </a:graphicData>
          </a:graphic>
        </p:graphicFrame>
      </p:grpSp>
      <p:grpSp>
        <p:nvGrpSpPr>
          <p:cNvPr id="4" name="Group 26"/>
          <p:cNvGrpSpPr/>
          <p:nvPr/>
        </p:nvGrpSpPr>
        <p:grpSpPr>
          <a:xfrm>
            <a:off x="377825" y="4483100"/>
            <a:ext cx="8201025" cy="1530350"/>
            <a:chOff x="8" y="3014"/>
            <a:chExt cx="5166" cy="964"/>
          </a:xfrm>
        </p:grpSpPr>
        <p:sp>
          <p:nvSpPr>
            <p:cNvPr id="22537" name="Text Box 18"/>
            <p:cNvSpPr txBox="1"/>
            <p:nvPr/>
          </p:nvSpPr>
          <p:spPr>
            <a:xfrm>
              <a:off x="8" y="3014"/>
              <a:ext cx="436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  <a:buChar char="p"/>
              </a:pPr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当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]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时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基本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Cotes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公式的余项</a:t>
              </a:r>
            </a:p>
          </p:txBody>
        </p:sp>
        <p:graphicFrame>
          <p:nvGraphicFramePr>
            <p:cNvPr id="22538" name="Object 19"/>
            <p:cNvGraphicFramePr>
              <a:graphicFrameLocks/>
            </p:cNvGraphicFramePr>
            <p:nvPr/>
          </p:nvGraphicFramePr>
          <p:xfrm>
            <a:off x="894" y="3383"/>
            <a:ext cx="4280" cy="595"/>
          </p:xfrm>
          <a:graphic>
            <a:graphicData uri="http://schemas.openxmlformats.org/presentationml/2006/ole">
              <p:oleObj spid="_x0000_s15363" r:id="rId6" imgW="67970400" imgH="9448800" progId="">
                <p:embed/>
              </p:oleObj>
            </a:graphicData>
          </a:graphic>
        </p:graphicFrame>
      </p:grpSp>
      <p:graphicFrame>
        <p:nvGraphicFramePr>
          <p:cNvPr id="221212" name="Object 28"/>
          <p:cNvGraphicFramePr>
            <a:graphicFrameLocks/>
          </p:cNvGraphicFramePr>
          <p:nvPr/>
        </p:nvGraphicFramePr>
        <p:xfrm>
          <a:off x="5287963" y="157163"/>
          <a:ext cx="3511550" cy="1065212"/>
        </p:xfrm>
        <a:graphic>
          <a:graphicData uri="http://schemas.openxmlformats.org/presentationml/2006/ole">
            <p:oleObj spid="_x0000_s15364" r:id="rId7" imgW="35052000" imgH="10668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109855" y="228600"/>
            <a:ext cx="8832215" cy="1270000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u="none" dirty="0">
                <a:solidFill>
                  <a:schemeClr val="tx1"/>
                </a:solidFill>
              </a:rPr>
              <a:t>下面证明梯形公式的余项，以及</a:t>
            </a:r>
            <a:r>
              <a:rPr lang="en-US" altLang="zh-CN" u="none" dirty="0">
                <a:solidFill>
                  <a:schemeClr val="tx1"/>
                </a:solidFill>
              </a:rPr>
              <a:t>Simpson</a:t>
            </a:r>
            <a:r>
              <a:rPr lang="zh-CN" altLang="en-US" u="none" dirty="0">
                <a:solidFill>
                  <a:schemeClr val="tx1"/>
                </a:solidFill>
                <a:sym typeface="+mn-ea"/>
              </a:rPr>
              <a:t>公式的余项，其它</a:t>
            </a:r>
            <a:r>
              <a:rPr lang="zh-CN" altLang="en-US" u="none" dirty="0">
                <a:solidFill>
                  <a:schemeClr val="tx1"/>
                </a:solidFill>
              </a:rPr>
              <a:t>类似。</a:t>
            </a:r>
            <a:r>
              <a:rPr lang="zh-CN" altLang="en-US" dirty="0"/>
              <a:t> </a:t>
            </a:r>
          </a:p>
        </p:txBody>
      </p:sp>
      <p:sp>
        <p:nvSpPr>
          <p:cNvPr id="398339" name="Rectangle 3"/>
          <p:cNvSpPr>
            <a:spLocks noGrp="1"/>
          </p:cNvSpPr>
          <p:nvPr>
            <p:ph idx="1"/>
          </p:nvPr>
        </p:nvSpPr>
        <p:spPr>
          <a:xfrm>
            <a:off x="533400" y="1339850"/>
            <a:ext cx="7772400" cy="681038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zh-CN" altLang="en-US" sz="3200" dirty="0"/>
              <a:t>根据插值型数值积分的余项公式</a:t>
            </a:r>
            <a:r>
              <a:rPr lang="zh-CN" altLang="en-US" dirty="0"/>
              <a:t> </a:t>
            </a:r>
          </a:p>
        </p:txBody>
      </p:sp>
      <p:sp>
        <p:nvSpPr>
          <p:cNvPr id="23555" name="Rectangle 5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398340" name="Object 4"/>
          <p:cNvGraphicFramePr>
            <a:graphicFrameLocks/>
          </p:cNvGraphicFramePr>
          <p:nvPr/>
        </p:nvGraphicFramePr>
        <p:xfrm>
          <a:off x="1392238" y="2120900"/>
          <a:ext cx="6089650" cy="1003300"/>
        </p:xfrm>
        <a:graphic>
          <a:graphicData uri="http://schemas.openxmlformats.org/presentationml/2006/ole">
            <p:oleObj spid="_x0000_s16385" r:id="rId4" imgW="56997600" imgH="9448800" progId="Equation.3">
              <p:embed/>
            </p:oleObj>
          </a:graphicData>
        </a:graphic>
      </p:graphicFrame>
      <p:sp>
        <p:nvSpPr>
          <p:cNvPr id="398342" name="Text Box 6"/>
          <p:cNvSpPr txBox="1"/>
          <p:nvPr/>
        </p:nvSpPr>
        <p:spPr>
          <a:xfrm>
            <a:off x="528638" y="3122613"/>
            <a:ext cx="8010525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下面问题的关键是如何将积分符号里面的 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f"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l-GR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ξ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移到外边来。 </a:t>
            </a:r>
          </a:p>
        </p:txBody>
      </p:sp>
      <p:sp>
        <p:nvSpPr>
          <p:cNvPr id="23558" name="Rectangle 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1018540" y="4311650"/>
            <a:ext cx="7031355" cy="583831"/>
            <a:chOff x="366" y="2739"/>
            <a:chExt cx="2705" cy="600"/>
          </a:xfrm>
        </p:grpSpPr>
        <p:sp>
          <p:nvSpPr>
            <p:cNvPr id="23560" name="Text Box 10"/>
            <p:cNvSpPr txBox="1"/>
            <p:nvPr/>
          </p:nvSpPr>
          <p:spPr>
            <a:xfrm>
              <a:off x="366" y="2739"/>
              <a:ext cx="2705" cy="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由于                                     ，所以</a:t>
              </a:r>
              <a:r>
                <a:rPr lang="zh-CN" altLang="en-US" dirty="0"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23561" name="Object 11"/>
            <p:cNvGraphicFramePr>
              <a:graphicFrameLocks/>
            </p:cNvGraphicFramePr>
            <p:nvPr/>
          </p:nvGraphicFramePr>
          <p:xfrm>
            <a:off x="639" y="2739"/>
            <a:ext cx="1851" cy="594"/>
          </p:xfrm>
          <a:graphic>
            <a:graphicData uri="http://schemas.openxmlformats.org/presentationml/2006/ole">
              <p:oleObj spid="_x0000_s16386" r:id="rId5" imgW="1422360" imgH="228600" progId="Equation.3">
                <p:embed/>
              </p:oleObj>
            </a:graphicData>
          </a:graphic>
        </p:graphicFrame>
      </p:grpSp>
      <p:sp>
        <p:nvSpPr>
          <p:cNvPr id="23562" name="Rectangle 14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398351" name="Object 15"/>
          <p:cNvGraphicFramePr>
            <a:graphicFrameLocks/>
          </p:cNvGraphicFramePr>
          <p:nvPr/>
        </p:nvGraphicFramePr>
        <p:xfrm>
          <a:off x="739775" y="5185410"/>
          <a:ext cx="7674610" cy="638175"/>
        </p:xfrm>
        <a:graphic>
          <a:graphicData uri="http://schemas.openxmlformats.org/presentationml/2006/ole">
            <p:oleObj spid="_x0000_s16388" r:id="rId6" imgW="2273040" imgH="215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9" grpId="0" build="p"/>
      <p:bldP spid="39834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5603" name="Rectangle 9"/>
          <p:cNvSpPr/>
          <p:nvPr/>
        </p:nvSpPr>
        <p:spPr>
          <a:xfrm>
            <a:off x="455295" y="1313815"/>
            <a:ext cx="8234045" cy="87185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使得</a:t>
            </a:r>
            <a:r>
              <a:rPr lang="zh-CN" altLang="en-US" u="sng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endParaRPr lang="en-US" altLang="zh-CN" u="sng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5605" name="Rectangle 16"/>
          <p:cNvSpPr/>
          <p:nvPr/>
        </p:nvSpPr>
        <p:spPr>
          <a:xfrm>
            <a:off x="0" y="31384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5607" name="Rectangle 18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01425" name="Object 17"/>
          <p:cNvGraphicFramePr>
            <a:graphicFrameLocks/>
          </p:cNvGraphicFramePr>
          <p:nvPr/>
        </p:nvGraphicFramePr>
        <p:xfrm>
          <a:off x="213995" y="2626360"/>
          <a:ext cx="8930005" cy="1411605"/>
        </p:xfrm>
        <a:graphic>
          <a:graphicData uri="http://schemas.openxmlformats.org/presentationml/2006/ole">
            <p:oleObj spid="_x0000_s18435" r:id="rId4" imgW="2946240" imgH="419040" progId="Equation.3">
              <p:embed/>
            </p:oleObj>
          </a:graphicData>
        </a:graphic>
      </p:graphicFrame>
      <p:sp>
        <p:nvSpPr>
          <p:cNvPr id="398352" name="Text Box 16"/>
          <p:cNvSpPr txBox="1"/>
          <p:nvPr/>
        </p:nvSpPr>
        <p:spPr>
          <a:xfrm>
            <a:off x="455295" y="730250"/>
            <a:ext cx="646493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利用积分中值定理可知，存在点 </a:t>
            </a: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6261418" y="730250"/>
          <a:ext cx="1858645" cy="619760"/>
        </p:xfrm>
        <a:graphic>
          <a:graphicData uri="http://schemas.openxmlformats.org/presentationml/2006/ole">
            <p:oleObj spid="_x0000_s18436" r:id="rId5" imgW="6094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0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109855" y="228600"/>
            <a:ext cx="8832215" cy="1270000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u="none" dirty="0">
                <a:solidFill>
                  <a:schemeClr val="tx1"/>
                </a:solidFill>
              </a:rPr>
              <a:t>下面证明</a:t>
            </a:r>
            <a:r>
              <a:rPr lang="en-US" altLang="zh-CN" u="none" dirty="0">
                <a:solidFill>
                  <a:schemeClr val="tx1"/>
                </a:solidFill>
              </a:rPr>
              <a:t>Simpson</a:t>
            </a:r>
            <a:r>
              <a:rPr lang="zh-CN" altLang="en-US" u="none" dirty="0">
                <a:solidFill>
                  <a:schemeClr val="tx1"/>
                </a:solidFill>
                <a:sym typeface="+mn-ea"/>
              </a:rPr>
              <a:t>公式的余项：</a:t>
            </a:r>
            <a:r>
              <a:rPr lang="zh-CN" altLang="en-US" dirty="0"/>
              <a:t> </a:t>
            </a:r>
          </a:p>
        </p:txBody>
      </p:sp>
      <p:sp>
        <p:nvSpPr>
          <p:cNvPr id="398339" name="Rectangle 3"/>
          <p:cNvSpPr>
            <a:spLocks noGrp="1"/>
          </p:cNvSpPr>
          <p:nvPr>
            <p:ph idx="1"/>
          </p:nvPr>
        </p:nvSpPr>
        <p:spPr>
          <a:xfrm>
            <a:off x="533400" y="1339850"/>
            <a:ext cx="7772400" cy="681038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zh-CN" altLang="en-US" sz="3200" dirty="0"/>
              <a:t>由于</a:t>
            </a:r>
            <a:r>
              <a:rPr lang="en-US" altLang="zh-CN" sz="3200" dirty="0">
                <a:sym typeface="+mn-ea"/>
              </a:rPr>
              <a:t>Simpson</a:t>
            </a:r>
            <a:r>
              <a:rPr lang="zh-CN" altLang="en-US" sz="3200" dirty="0">
                <a:sym typeface="+mn-ea"/>
              </a:rPr>
              <a:t>公式具有三次代数精度，</a:t>
            </a:r>
            <a:r>
              <a:rPr lang="zh-CN" altLang="en-US" sz="3200" dirty="0"/>
              <a:t>根</a:t>
            </a:r>
          </a:p>
          <a:p>
            <a:pPr>
              <a:buNone/>
            </a:pPr>
            <a:r>
              <a:rPr lang="zh-CN" altLang="en-US" sz="3200" dirty="0"/>
              <a:t>据</a:t>
            </a:r>
            <a:r>
              <a:rPr lang="zh-CN" altLang="en-US" sz="32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+mn-ea"/>
              </a:rPr>
              <a:t>非对称条件下的</a:t>
            </a:r>
            <a:r>
              <a:rPr lang="zh-CN" altLang="zh-CN" sz="3200" b="1" u="sng" dirty="0">
                <a:solidFill>
                  <a:schemeClr val="accent2"/>
                </a:solidFill>
                <a:latin typeface="Comic Sans MS" panose="030F0702030302020204" pitchFamily="66" charset="0"/>
                <a:ea typeface="楷体_GB2312"/>
                <a:sym typeface="+mn-ea"/>
              </a:rPr>
              <a:t>插值多项式</a:t>
            </a:r>
            <a:r>
              <a:rPr lang="zh-CN" altLang="en-US" sz="3200" dirty="0">
                <a:sym typeface="+mn-ea"/>
              </a:rPr>
              <a:t>的相关结论</a:t>
            </a:r>
            <a:endParaRPr lang="zh-CN" altLang="en-US" sz="3200" b="1" u="sng" dirty="0">
              <a:solidFill>
                <a:schemeClr val="accent2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3200" dirty="0"/>
              <a:t>可以构造一个三次插值多项式</a:t>
            </a:r>
            <a:r>
              <a:rPr lang="zh-CN" altLang="en-US" dirty="0"/>
              <a:t>             </a:t>
            </a:r>
            <a:r>
              <a:rPr lang="zh-CN" altLang="en-US" sz="3200" dirty="0"/>
              <a:t>满足</a:t>
            </a:r>
            <a:endParaRPr lang="zh-CN" altLang="en-US" dirty="0"/>
          </a:p>
        </p:txBody>
      </p:sp>
      <p:sp>
        <p:nvSpPr>
          <p:cNvPr id="23555" name="Rectangle 5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3558" name="Rectangle 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368300" y="5326380"/>
            <a:ext cx="7031355" cy="583831"/>
            <a:chOff x="366" y="2739"/>
            <a:chExt cx="2705" cy="600"/>
          </a:xfrm>
        </p:grpSpPr>
        <p:sp>
          <p:nvSpPr>
            <p:cNvPr id="23560" name="Text Box 10"/>
            <p:cNvSpPr txBox="1"/>
            <p:nvPr/>
          </p:nvSpPr>
          <p:spPr>
            <a:xfrm>
              <a:off x="366" y="2739"/>
              <a:ext cx="2705" cy="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由于                                     ，所以</a:t>
              </a:r>
              <a:r>
                <a:rPr lang="zh-CN" altLang="en-US" dirty="0"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23561" name="Object 11"/>
            <p:cNvGraphicFramePr>
              <a:graphicFrameLocks/>
            </p:cNvGraphicFramePr>
            <p:nvPr/>
          </p:nvGraphicFramePr>
          <p:xfrm>
            <a:off x="639" y="2739"/>
            <a:ext cx="1851" cy="594"/>
          </p:xfrm>
          <a:graphic>
            <a:graphicData uri="http://schemas.openxmlformats.org/presentationml/2006/ole">
              <p:oleObj spid="_x0000_s145413" r:id="rId4" imgW="1422360" imgH="228600" progId="Equation.3">
                <p:embed/>
              </p:oleObj>
            </a:graphicData>
          </a:graphic>
        </p:graphicFrame>
      </p:grpSp>
      <p:graphicFrame>
        <p:nvGraphicFramePr>
          <p:cNvPr id="398351" name="Object 15"/>
          <p:cNvGraphicFramePr>
            <a:graphicFrameLocks/>
          </p:cNvGraphicFramePr>
          <p:nvPr/>
        </p:nvGraphicFramePr>
        <p:xfrm>
          <a:off x="0" y="5873750"/>
          <a:ext cx="8439150" cy="984250"/>
        </p:xfrm>
        <a:graphic>
          <a:graphicData uri="http://schemas.openxmlformats.org/presentationml/2006/ole">
            <p:oleObj spid="_x0000_s145412" r:id="rId5" imgW="2984400" imgH="393480" progId="Equation.3">
              <p:embed/>
            </p:oleObj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6050598" y="2418715"/>
          <a:ext cx="1123315" cy="619760"/>
        </p:xfrm>
        <a:graphic>
          <a:graphicData uri="http://schemas.openxmlformats.org/presentationml/2006/ole">
            <p:oleObj spid="_x0000_s145411" r:id="rId6" imgW="368280" imgH="203040" progId="Equation.3">
              <p:embed/>
            </p:oleObj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0" y="3038475"/>
          <a:ext cx="9206230" cy="873125"/>
        </p:xfrm>
        <a:graphic>
          <a:graphicData uri="http://schemas.openxmlformats.org/presentationml/2006/ole">
            <p:oleObj spid="_x0000_s145410" r:id="rId7" imgW="4228920" imgH="393480" progId="Equation.3">
              <p:embed/>
            </p:oleObj>
          </a:graphicData>
        </a:graphic>
      </p:graphicFrame>
      <p:sp>
        <p:nvSpPr>
          <p:cNvPr id="6" name="Text Box 10"/>
          <p:cNvSpPr txBox="1"/>
          <p:nvPr/>
        </p:nvSpPr>
        <p:spPr>
          <a:xfrm>
            <a:off x="142875" y="3816350"/>
            <a:ext cx="703135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可以证明其余项公式为                                  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/>
          </p:cNvGraphicFramePr>
          <p:nvPr/>
        </p:nvGraphicFramePr>
        <p:xfrm>
          <a:off x="-635" y="4399915"/>
          <a:ext cx="9206865" cy="1073150"/>
        </p:xfrm>
        <a:graphic>
          <a:graphicData uri="http://schemas.openxmlformats.org/presentationml/2006/ole">
            <p:oleObj spid="_x0000_s145409" r:id="rId8" imgW="365760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5603" name="Rectangle 9"/>
          <p:cNvSpPr/>
          <p:nvPr/>
        </p:nvSpPr>
        <p:spPr>
          <a:xfrm>
            <a:off x="455295" y="1313815"/>
            <a:ext cx="8234045" cy="87185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使得</a:t>
            </a:r>
            <a:r>
              <a:rPr lang="zh-CN" altLang="en-US" u="sng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endParaRPr lang="en-US" altLang="zh-CN" u="sng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5605" name="Rectangle 16"/>
          <p:cNvSpPr/>
          <p:nvPr/>
        </p:nvSpPr>
        <p:spPr>
          <a:xfrm>
            <a:off x="0" y="31384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5607" name="Rectangle 18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01425" name="Object 17"/>
          <p:cNvGraphicFramePr>
            <a:graphicFrameLocks/>
          </p:cNvGraphicFramePr>
          <p:nvPr/>
        </p:nvGraphicFramePr>
        <p:xfrm>
          <a:off x="455295" y="2205355"/>
          <a:ext cx="8560435" cy="2447290"/>
        </p:xfrm>
        <a:graphic>
          <a:graphicData uri="http://schemas.openxmlformats.org/presentationml/2006/ole">
            <p:oleObj spid="_x0000_s147458" r:id="rId4" imgW="2628720" imgH="812520" progId="Equation.3">
              <p:embed/>
            </p:oleObj>
          </a:graphicData>
        </a:graphic>
      </p:graphicFrame>
      <p:sp>
        <p:nvSpPr>
          <p:cNvPr id="398352" name="Text Box 16"/>
          <p:cNvSpPr txBox="1"/>
          <p:nvPr/>
        </p:nvSpPr>
        <p:spPr>
          <a:xfrm>
            <a:off x="455295" y="730250"/>
            <a:ext cx="646493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利用积分中值定理可知，存在点 </a:t>
            </a: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6261418" y="730250"/>
          <a:ext cx="1858645" cy="619760"/>
        </p:xfrm>
        <a:graphic>
          <a:graphicData uri="http://schemas.openxmlformats.org/presentationml/2006/ole">
            <p:oleObj spid="_x0000_s147457" r:id="rId5" imgW="6094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0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4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zh-CN" dirty="0"/>
              <a:t> </a:t>
            </a:r>
            <a:r>
              <a:rPr lang="zh-CN" altLang="zh-CN" b="1" dirty="0"/>
              <a:t>Newton-Cotes公式数值稳定性</a:t>
            </a:r>
            <a:endParaRPr lang="zh-CN" altLang="en-US" b="1" dirty="0"/>
          </a:p>
        </p:txBody>
      </p:sp>
      <p:sp>
        <p:nvSpPr>
          <p:cNvPr id="301073" name="Rectangle 1041"/>
          <p:cNvSpPr>
            <a:spLocks noGrp="1"/>
          </p:cNvSpPr>
          <p:nvPr>
            <p:ph idx="1"/>
          </p:nvPr>
        </p:nvSpPr>
        <p:spPr>
          <a:xfrm>
            <a:off x="376238" y="1239838"/>
            <a:ext cx="4071937" cy="608012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什么是数值稳定性？</a:t>
            </a:r>
            <a:r>
              <a:rPr lang="zh-CN" altLang="en-US" sz="3200" dirty="0"/>
              <a:t> </a:t>
            </a:r>
          </a:p>
        </p:txBody>
      </p:sp>
      <p:sp>
        <p:nvSpPr>
          <p:cNvPr id="301059" name="Text Box 1027"/>
          <p:cNvSpPr txBox="1"/>
          <p:nvPr/>
        </p:nvSpPr>
        <p:spPr>
          <a:xfrm>
            <a:off x="184150" y="4786313"/>
            <a:ext cx="8737600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    </a:t>
            </a: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设在节点 </a:t>
            </a:r>
            <a:r>
              <a:rPr lang="en-US" altLang="en-US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en-US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0, 1, </a:t>
            </a:r>
            <a:r>
              <a:rPr lang="en-US" altLang="en-US" b="1" baseline="16000" dirty="0">
                <a:solidFill>
                  <a:schemeClr val="tx1"/>
                </a:solidFill>
                <a:latin typeface="Times New Roman" panose="02020603050405020304" pitchFamily="18" charset="0"/>
              </a:rPr>
              <a:t>. . .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处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的精确值为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),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" name="Group 1039"/>
          <p:cNvGrpSpPr/>
          <p:nvPr/>
        </p:nvGrpSpPr>
        <p:grpSpPr>
          <a:xfrm>
            <a:off x="1808163" y="5453063"/>
            <a:ext cx="6192837" cy="635000"/>
            <a:chOff x="981" y="1626"/>
            <a:chExt cx="3901" cy="400"/>
          </a:xfrm>
        </p:grpSpPr>
        <p:sp>
          <p:nvSpPr>
            <p:cNvPr id="26629" name="Text Box 1028"/>
            <p:cNvSpPr txBox="1"/>
            <p:nvPr/>
          </p:nvSpPr>
          <p:spPr>
            <a:xfrm>
              <a:off x="981" y="1654"/>
              <a:ext cx="390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而实际参加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运算的近似值为 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6630" name="Object 1029"/>
            <p:cNvGraphicFramePr>
              <a:graphicFrameLocks/>
            </p:cNvGraphicFramePr>
            <p:nvPr/>
          </p:nvGraphicFramePr>
          <p:xfrm>
            <a:off x="4059" y="1626"/>
            <a:ext cx="621" cy="400"/>
          </p:xfrm>
          <a:graphic>
            <a:graphicData uri="http://schemas.openxmlformats.org/presentationml/2006/ole">
              <p:oleObj spid="_x0000_s19457" r:id="rId4" imgW="9448800" imgH="6096000" progId="">
                <p:embed/>
              </p:oleObj>
            </a:graphicData>
          </a:graphic>
        </p:graphicFrame>
      </p:grpSp>
      <p:sp>
        <p:nvSpPr>
          <p:cNvPr id="301074" name="Text Box 1042"/>
          <p:cNvSpPr txBox="1"/>
          <p:nvPr/>
        </p:nvSpPr>
        <p:spPr>
          <a:xfrm>
            <a:off x="258763" y="1168400"/>
            <a:ext cx="8383587" cy="35972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对于某一给定的算法，原始数据的误差为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ε，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且假设在运算过程中的其它误差都是由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引起的，如果误差在一定条件下能够得到控制，即数值计算结果的误差至多是原始数据误差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的同阶无穷小量，则称该算法是数值稳定的；否则称该算法是数值不稳定的。</a:t>
            </a:r>
            <a:r>
              <a:rPr lang="zh-CN" altLang="en-US" dirty="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01077" name="Object 1045"/>
          <p:cNvGraphicFramePr>
            <a:graphicFrameLocks/>
          </p:cNvGraphicFramePr>
          <p:nvPr/>
        </p:nvGraphicFramePr>
        <p:xfrm>
          <a:off x="2255838" y="4902200"/>
          <a:ext cx="4229100" cy="1038225"/>
        </p:xfrm>
        <a:graphic>
          <a:graphicData uri="http://schemas.openxmlformats.org/presentationml/2006/ole">
            <p:oleObj spid="_x0000_s19458" r:id="rId5" imgW="420624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1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73" grpId="0" build="p"/>
      <p:bldP spid="301059" grpId="0"/>
      <p:bldP spid="30107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871538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令</a:t>
            </a:r>
            <a:endParaRPr lang="zh-CN" altLang="en-US" dirty="0"/>
          </a:p>
        </p:txBody>
      </p:sp>
      <p:sp>
        <p:nvSpPr>
          <p:cNvPr id="223254" name="Rectangle 22"/>
          <p:cNvSpPr>
            <a:spLocks noGrp="1"/>
          </p:cNvSpPr>
          <p:nvPr>
            <p:ph idx="1"/>
          </p:nvPr>
        </p:nvSpPr>
        <p:spPr>
          <a:xfrm>
            <a:off x="269875" y="1419225"/>
            <a:ext cx="8504238" cy="1181100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r>
              <a:rPr lang="zh-CN" altLang="en-US" sz="3200" b="1" dirty="0"/>
              <a:t>利用 </a:t>
            </a:r>
            <a:r>
              <a:rPr lang="en-US" altLang="zh-CN" sz="3200" b="1" dirty="0">
                <a:latin typeface="Times New Roman" panose="02020603050405020304" pitchFamily="18" charset="0"/>
              </a:rPr>
              <a:t>Newton-Cotes </a:t>
            </a:r>
            <a:r>
              <a:rPr lang="zh-CN" altLang="zh-CN" sz="3200" b="1" dirty="0">
                <a:latin typeface="Times New Roman" panose="02020603050405020304" pitchFamily="18" charset="0"/>
              </a:rPr>
              <a:t>公式求解</a:t>
            </a:r>
            <a:r>
              <a:rPr lang="zh-CN" altLang="en-US" sz="3200" b="1" dirty="0">
                <a:latin typeface="Times New Roman" panose="02020603050405020304" pitchFamily="18" charset="0"/>
              </a:rPr>
              <a:t>, 由此引起的计算结果的绝对误差为</a:t>
            </a:r>
          </a:p>
        </p:txBody>
      </p:sp>
      <p:graphicFrame>
        <p:nvGraphicFramePr>
          <p:cNvPr id="223245" name="Object 13"/>
          <p:cNvGraphicFramePr>
            <a:graphicFrameLocks/>
          </p:cNvGraphicFramePr>
          <p:nvPr/>
        </p:nvGraphicFramePr>
        <p:xfrm>
          <a:off x="1370013" y="174625"/>
          <a:ext cx="5683250" cy="1328738"/>
        </p:xfrm>
        <a:graphic>
          <a:graphicData uri="http://schemas.openxmlformats.org/presentationml/2006/ole">
            <p:oleObj spid="_x0000_s20481" r:id="rId4" imgW="54559200" imgH="12801600" progId="">
              <p:embed/>
            </p:oleObj>
          </a:graphicData>
        </a:graphic>
      </p:graphicFrame>
      <p:graphicFrame>
        <p:nvGraphicFramePr>
          <p:cNvPr id="223247" name="Object 15"/>
          <p:cNvGraphicFramePr>
            <a:graphicFrameLocks/>
          </p:cNvGraphicFramePr>
          <p:nvPr/>
        </p:nvGraphicFramePr>
        <p:xfrm>
          <a:off x="725488" y="2582863"/>
          <a:ext cx="7272337" cy="1035050"/>
        </p:xfrm>
        <a:graphic>
          <a:graphicData uri="http://schemas.openxmlformats.org/presentationml/2006/ole">
            <p:oleObj spid="_x0000_s20482" r:id="rId5" imgW="72847200" imgH="10363200" progId="">
              <p:embed/>
            </p:oleObj>
          </a:graphicData>
        </a:graphic>
      </p:graphicFrame>
      <p:graphicFrame>
        <p:nvGraphicFramePr>
          <p:cNvPr id="223255" name="Object 23"/>
          <p:cNvGraphicFramePr>
            <a:graphicFrameLocks/>
          </p:cNvGraphicFramePr>
          <p:nvPr/>
        </p:nvGraphicFramePr>
        <p:xfrm>
          <a:off x="1308100" y="3606800"/>
          <a:ext cx="6572250" cy="1035050"/>
        </p:xfrm>
        <a:graphic>
          <a:graphicData uri="http://schemas.openxmlformats.org/presentationml/2006/ole">
            <p:oleObj spid="_x0000_s20483" r:id="rId6" imgW="65836800" imgH="10363200" progId="">
              <p:embed/>
            </p:oleObj>
          </a:graphicData>
        </a:graphic>
      </p:graphicFrame>
      <p:graphicFrame>
        <p:nvGraphicFramePr>
          <p:cNvPr id="223256" name="Object 24"/>
          <p:cNvGraphicFramePr>
            <a:graphicFrameLocks/>
          </p:cNvGraphicFramePr>
          <p:nvPr/>
        </p:nvGraphicFramePr>
        <p:xfrm>
          <a:off x="1303338" y="4618038"/>
          <a:ext cx="3041650" cy="1035050"/>
        </p:xfrm>
        <a:graphic>
          <a:graphicData uri="http://schemas.openxmlformats.org/presentationml/2006/ole">
            <p:oleObj spid="_x0000_s20484" r:id="rId7" imgW="30480000" imgH="10363200" progId="">
              <p:embed/>
            </p:oleObj>
          </a:graphicData>
        </a:graphic>
      </p:graphicFrame>
      <p:graphicFrame>
        <p:nvGraphicFramePr>
          <p:cNvPr id="223257" name="Object 25"/>
          <p:cNvGraphicFramePr>
            <a:graphicFrameLocks/>
          </p:cNvGraphicFramePr>
          <p:nvPr/>
        </p:nvGraphicFramePr>
        <p:xfrm>
          <a:off x="4494213" y="252413"/>
          <a:ext cx="4229100" cy="1038225"/>
        </p:xfrm>
        <a:graphic>
          <a:graphicData uri="http://schemas.openxmlformats.org/presentationml/2006/ole">
            <p:oleObj spid="_x0000_s20485" r:id="rId8" imgW="420624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2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22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5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Group 459"/>
          <p:cNvGrpSpPr/>
          <p:nvPr/>
        </p:nvGrpSpPr>
        <p:grpSpPr>
          <a:xfrm>
            <a:off x="196850" y="371475"/>
            <a:ext cx="8659813" cy="1076325"/>
            <a:chOff x="124" y="234"/>
            <a:chExt cx="5455" cy="678"/>
          </a:xfrm>
        </p:grpSpPr>
        <p:graphicFrame>
          <p:nvGraphicFramePr>
            <p:cNvPr id="28674" name="Object 433"/>
            <p:cNvGraphicFramePr>
              <a:graphicFrameLocks/>
            </p:cNvGraphicFramePr>
            <p:nvPr/>
          </p:nvGraphicFramePr>
          <p:xfrm>
            <a:off x="3099" y="234"/>
            <a:ext cx="2480" cy="678"/>
          </p:xfrm>
          <a:graphic>
            <a:graphicData uri="http://schemas.openxmlformats.org/presentationml/2006/ole">
              <p:oleObj spid="_x0000_s21505" r:id="rId4" imgW="37795200" imgH="10363200" progId="">
                <p:embed/>
              </p:oleObj>
            </a:graphicData>
          </a:graphic>
        </p:graphicFrame>
        <p:sp>
          <p:nvSpPr>
            <p:cNvPr id="28675" name="Text Box 434"/>
            <p:cNvSpPr txBox="1"/>
            <p:nvPr/>
          </p:nvSpPr>
          <p:spPr>
            <a:xfrm>
              <a:off x="124" y="367"/>
              <a:ext cx="478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若              同号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,则有</a:t>
              </a:r>
              <a:endPara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676" name="Object 435"/>
            <p:cNvGraphicFramePr>
              <a:graphicFrameLocks/>
            </p:cNvGraphicFramePr>
            <p:nvPr/>
          </p:nvGraphicFramePr>
          <p:xfrm>
            <a:off x="469" y="380"/>
            <a:ext cx="1501" cy="380"/>
          </p:xfrm>
          <a:graphic>
            <a:graphicData uri="http://schemas.openxmlformats.org/presentationml/2006/ole">
              <p:oleObj spid="_x0000_s21506" r:id="rId5" imgW="28041600" imgH="5791200" progId="">
                <p:embed/>
              </p:oleObj>
            </a:graphicData>
          </a:graphic>
        </p:graphicFrame>
      </p:grpSp>
      <p:grpSp>
        <p:nvGrpSpPr>
          <p:cNvPr id="3" name="Group 464"/>
          <p:cNvGrpSpPr/>
          <p:nvPr/>
        </p:nvGrpSpPr>
        <p:grpSpPr>
          <a:xfrm>
            <a:off x="244475" y="1924050"/>
            <a:ext cx="8526463" cy="1260475"/>
            <a:chOff x="144" y="1542"/>
            <a:chExt cx="5371" cy="794"/>
          </a:xfrm>
        </p:grpSpPr>
        <p:sp>
          <p:nvSpPr>
            <p:cNvPr id="28678" name="Text Box 432"/>
            <p:cNvSpPr txBox="1"/>
            <p:nvPr/>
          </p:nvSpPr>
          <p:spPr>
            <a:xfrm>
              <a:off x="144" y="1542"/>
              <a:ext cx="5371" cy="7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这表明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由输入数据 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</a:t>
              </a:r>
              <a:r>
                <a:rPr lang="zh-CN" altLang="zh-CN" b="1" dirty="0">
                  <a:latin typeface="Times New Roman" panose="02020603050405020304" pitchFamily="18" charset="0"/>
                </a:rPr>
                <a:t>误差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</a:t>
              </a:r>
              <a:r>
                <a:rPr lang="zh-CN" altLang="zh-CN" b="1" dirty="0">
                  <a:latin typeface="Times New Roman" panose="02020603050405020304" pitchFamily="18" charset="0"/>
                </a:rPr>
                <a:t>被             控制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endPara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679" name="Object 437"/>
            <p:cNvGraphicFramePr>
              <a:graphicFrameLocks/>
            </p:cNvGraphicFramePr>
            <p:nvPr/>
          </p:nvGraphicFramePr>
          <p:xfrm>
            <a:off x="3813" y="1595"/>
            <a:ext cx="260" cy="360"/>
          </p:xfrm>
          <a:graphic>
            <a:graphicData uri="http://schemas.openxmlformats.org/presentationml/2006/ole">
              <p:oleObj spid="_x0000_s21507" r:id="rId6" imgW="3962400" imgH="5486400" progId="">
                <p:embed/>
              </p:oleObj>
            </a:graphicData>
          </a:graphic>
        </p:graphicFrame>
        <p:graphicFrame>
          <p:nvGraphicFramePr>
            <p:cNvPr id="28680" name="Object 438"/>
            <p:cNvGraphicFramePr>
              <a:graphicFrameLocks/>
            </p:cNvGraphicFramePr>
            <p:nvPr/>
          </p:nvGraphicFramePr>
          <p:xfrm>
            <a:off x="4373" y="1636"/>
            <a:ext cx="820" cy="320"/>
          </p:xfrm>
          <a:graphic>
            <a:graphicData uri="http://schemas.openxmlformats.org/presentationml/2006/ole">
              <p:oleObj spid="_x0000_s21508" r:id="rId7" imgW="12496800" imgH="4876800" progId="">
                <p:embed/>
              </p:oleObj>
            </a:graphicData>
          </a:graphic>
        </p:graphicFrame>
      </p:grpSp>
      <p:grpSp>
        <p:nvGrpSpPr>
          <p:cNvPr id="4" name="Group 473"/>
          <p:cNvGrpSpPr/>
          <p:nvPr/>
        </p:nvGrpSpPr>
        <p:grpSpPr>
          <a:xfrm>
            <a:off x="214313" y="3000375"/>
            <a:ext cx="8609012" cy="1528763"/>
            <a:chOff x="135" y="1890"/>
            <a:chExt cx="5423" cy="963"/>
          </a:xfrm>
        </p:grpSpPr>
        <p:sp>
          <p:nvSpPr>
            <p:cNvPr id="28682" name="Text Box 440"/>
            <p:cNvSpPr txBox="1"/>
            <p:nvPr/>
          </p:nvSpPr>
          <p:spPr>
            <a:xfrm>
              <a:off x="135" y="1997"/>
              <a:ext cx="5423" cy="8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当    不同号时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尽管                   但                仍可能很大,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683" name="Object 441"/>
            <p:cNvGraphicFramePr>
              <a:graphicFrameLocks/>
            </p:cNvGraphicFramePr>
            <p:nvPr/>
          </p:nvGraphicFramePr>
          <p:xfrm>
            <a:off x="490" y="2049"/>
            <a:ext cx="520" cy="380"/>
          </p:xfrm>
          <a:graphic>
            <a:graphicData uri="http://schemas.openxmlformats.org/presentationml/2006/ole">
              <p:oleObj spid="_x0000_s21509" r:id="rId8" imgW="7924800" imgH="5791200" progId="">
                <p:embed/>
              </p:oleObj>
            </a:graphicData>
          </a:graphic>
        </p:graphicFrame>
        <p:graphicFrame>
          <p:nvGraphicFramePr>
            <p:cNvPr id="28684" name="Object 442"/>
            <p:cNvGraphicFramePr>
              <a:graphicFrameLocks/>
            </p:cNvGraphicFramePr>
            <p:nvPr/>
          </p:nvGraphicFramePr>
          <p:xfrm>
            <a:off x="2563" y="1896"/>
            <a:ext cx="1199" cy="680"/>
          </p:xfrm>
          <a:graphic>
            <a:graphicData uri="http://schemas.openxmlformats.org/presentationml/2006/ole">
              <p:oleObj spid="_x0000_s21510" r:id="rId9" imgW="18288000" imgH="10363200" progId="">
                <p:embed/>
              </p:oleObj>
            </a:graphicData>
          </a:graphic>
        </p:graphicFrame>
        <p:graphicFrame>
          <p:nvGraphicFramePr>
            <p:cNvPr id="28685" name="Object 444"/>
            <p:cNvGraphicFramePr>
              <a:graphicFrameLocks/>
            </p:cNvGraphicFramePr>
            <p:nvPr/>
          </p:nvGraphicFramePr>
          <p:xfrm>
            <a:off x="4123" y="1890"/>
            <a:ext cx="899" cy="680"/>
          </p:xfrm>
          <a:graphic>
            <a:graphicData uri="http://schemas.openxmlformats.org/presentationml/2006/ole">
              <p:oleObj spid="_x0000_s21511" r:id="rId10" imgW="13716000" imgH="10363200" progId="">
                <p:embed/>
              </p:oleObj>
            </a:graphicData>
          </a:graphic>
        </p:graphicFrame>
      </p:grpSp>
      <p:grpSp>
        <p:nvGrpSpPr>
          <p:cNvPr id="5" name="Group 471"/>
          <p:cNvGrpSpPr/>
          <p:nvPr/>
        </p:nvGrpSpPr>
        <p:grpSpPr>
          <a:xfrm>
            <a:off x="209550" y="5084763"/>
            <a:ext cx="8583613" cy="1406525"/>
            <a:chOff x="132" y="3263"/>
            <a:chExt cx="5407" cy="886"/>
          </a:xfrm>
        </p:grpSpPr>
        <p:sp>
          <p:nvSpPr>
            <p:cNvPr id="28687" name="Text Box 447"/>
            <p:cNvSpPr txBox="1"/>
            <p:nvPr/>
          </p:nvSpPr>
          <p:spPr>
            <a:xfrm>
              <a:off x="132" y="3263"/>
              <a:ext cx="5407" cy="8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35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从表        中可</a:t>
              </a:r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以看出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当 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≥8时,</a:t>
              </a:r>
              <a:r>
                <a:rPr lang="zh-CN" altLang="zh-CN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它们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不同号,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故一般不采用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b="1" dirty="0">
                  <a:latin typeface="宋体" panose="02010600030101010101" pitchFamily="2" charset="-122"/>
                </a:rPr>
                <a:t>≥8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Newton-Cotes</a:t>
              </a:r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公式</a:t>
              </a:r>
              <a:r>
                <a:rPr lang="zh-CN" altLang="en-US" dirty="0">
                  <a:latin typeface="Times New Roman" panose="02020603050405020304" pitchFamily="18" charset="0"/>
                </a:rPr>
                <a:t>.</a:t>
              </a:r>
              <a:r>
                <a:rPr lang="zh-CN" altLang="en-US" sz="2400" dirty="0">
                  <a:latin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8688" name="Object 449"/>
            <p:cNvGraphicFramePr>
              <a:graphicFrameLocks/>
            </p:cNvGraphicFramePr>
            <p:nvPr/>
          </p:nvGraphicFramePr>
          <p:xfrm>
            <a:off x="752" y="3355"/>
            <a:ext cx="520" cy="380"/>
          </p:xfrm>
          <a:graphic>
            <a:graphicData uri="http://schemas.openxmlformats.org/presentationml/2006/ole">
              <p:oleObj spid="_x0000_s21512" r:id="rId11" imgW="7924800" imgH="5791200" progId="">
                <p:embed/>
              </p:oleObj>
            </a:graphicData>
          </a:graphic>
        </p:graphicFrame>
      </p:grpSp>
      <p:grpSp>
        <p:nvGrpSpPr>
          <p:cNvPr id="6" name="Group 465"/>
          <p:cNvGrpSpPr/>
          <p:nvPr/>
        </p:nvGrpSpPr>
        <p:grpSpPr>
          <a:xfrm>
            <a:off x="252413" y="1300163"/>
            <a:ext cx="4556125" cy="609600"/>
            <a:chOff x="129" y="819"/>
            <a:chExt cx="2870" cy="384"/>
          </a:xfrm>
        </p:grpSpPr>
        <p:graphicFrame>
          <p:nvGraphicFramePr>
            <p:cNvPr id="28690" name="Object 436"/>
            <p:cNvGraphicFramePr>
              <a:graphicFrameLocks/>
            </p:cNvGraphicFramePr>
            <p:nvPr/>
          </p:nvGraphicFramePr>
          <p:xfrm>
            <a:off x="1802" y="844"/>
            <a:ext cx="1197" cy="359"/>
          </p:xfrm>
          <a:graphic>
            <a:graphicData uri="http://schemas.openxmlformats.org/presentationml/2006/ole">
              <p:oleObj spid="_x0000_s21513" r:id="rId12" imgW="22555200" imgH="5486400" progId="">
                <p:embed/>
              </p:oleObj>
            </a:graphicData>
          </a:graphic>
        </p:graphicFrame>
        <p:sp>
          <p:nvSpPr>
            <p:cNvPr id="28691" name="Text Box 458"/>
            <p:cNvSpPr txBox="1"/>
            <p:nvPr/>
          </p:nvSpPr>
          <p:spPr>
            <a:xfrm>
              <a:off x="129" y="819"/>
              <a:ext cx="63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此时</a:t>
              </a:r>
              <a:endParaRPr lang="zh-CN" altLang="en-US" b="1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26766" name="Text Box 462"/>
          <p:cNvSpPr txBox="1"/>
          <p:nvPr/>
        </p:nvSpPr>
        <p:spPr>
          <a:xfrm>
            <a:off x="954088" y="2543175"/>
            <a:ext cx="5894387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此时是数值积分公式是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稳定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的。</a:t>
            </a:r>
          </a:p>
        </p:txBody>
      </p:sp>
      <p:grpSp>
        <p:nvGrpSpPr>
          <p:cNvPr id="7" name="Group 469"/>
          <p:cNvGrpSpPr/>
          <p:nvPr/>
        </p:nvGrpSpPr>
        <p:grpSpPr>
          <a:xfrm>
            <a:off x="249238" y="3938588"/>
            <a:ext cx="8542337" cy="1254125"/>
            <a:chOff x="146" y="2551"/>
            <a:chExt cx="5263" cy="790"/>
          </a:xfrm>
        </p:grpSpPr>
        <p:sp>
          <p:nvSpPr>
            <p:cNvPr id="28694" name="Text Box 445"/>
            <p:cNvSpPr txBox="1"/>
            <p:nvPr/>
          </p:nvSpPr>
          <p:spPr>
            <a:xfrm>
              <a:off x="1322" y="2551"/>
              <a:ext cx="40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并且它</a:t>
              </a:r>
              <a:r>
                <a:rPr lang="zh-CN" altLang="en-US" b="1" dirty="0">
                  <a:latin typeface="Comic Sans MS" panose="030F0702030302020204" pitchFamily="66" charset="0"/>
                </a:rPr>
                <a:t>随着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n </a:t>
              </a:r>
              <a:r>
                <a:rPr lang="zh-CN" altLang="zh-CN" b="1" dirty="0">
                  <a:latin typeface="Times New Roman" panose="02020603050405020304" pitchFamily="18" charset="0"/>
                </a:rPr>
                <a:t>的增大而增大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因此这</a:t>
              </a:r>
            </a:p>
          </p:txBody>
        </p:sp>
        <p:sp>
          <p:nvSpPr>
            <p:cNvPr id="28695" name="Text Box 467"/>
            <p:cNvSpPr txBox="1"/>
            <p:nvPr/>
          </p:nvSpPr>
          <p:spPr>
            <a:xfrm>
              <a:off x="146" y="2976"/>
              <a:ext cx="263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稳定性得不到保证。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76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6"/>
          <p:cNvSpPr>
            <a:spLocks noGrp="1"/>
          </p:cNvSpPr>
          <p:nvPr>
            <p:ph type="title"/>
          </p:nvPr>
        </p:nvSpPr>
        <p:spPr>
          <a:xfrm>
            <a:off x="623888" y="231775"/>
            <a:ext cx="7772400" cy="822325"/>
          </a:xfrm>
        </p:spPr>
        <p:txBody>
          <a:bodyPr vert="horz" wrap="square" lIns="91440" tIns="45720" rIns="91440" bIns="45720" anchor="ctr"/>
          <a:lstStyle/>
          <a:p>
            <a:r>
              <a:rPr lang="zh-CN" altLang="zh-CN" sz="40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8.3 </a:t>
            </a:r>
            <a:r>
              <a:rPr lang="zh-CN" altLang="zh-CN" sz="4000" b="1" u="none" dirty="0">
                <a:solidFill>
                  <a:srgbClr val="0033CC"/>
                </a:solidFill>
              </a:rPr>
              <a:t>复化求积法</a:t>
            </a:r>
            <a:endParaRPr lang="zh-CN" altLang="en-US" sz="4400" b="1" u="none" dirty="0"/>
          </a:p>
        </p:txBody>
      </p:sp>
      <p:sp>
        <p:nvSpPr>
          <p:cNvPr id="203783" name="Text Box 7"/>
          <p:cNvSpPr txBox="1"/>
          <p:nvPr/>
        </p:nvSpPr>
        <p:spPr>
          <a:xfrm>
            <a:off x="214313" y="1006475"/>
            <a:ext cx="8710612" cy="18446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2"/>
              </a:buClr>
              <a:buFont typeface="ZapfDingbats" pitchFamily="82" charset="2"/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若积分区间较长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直接利用梯形公式、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Simp -son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公式或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Cotes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公式计算, 则误差较大,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为了提高精度, 通常采用复化求积方法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174625" y="2676525"/>
            <a:ext cx="8716963" cy="3533775"/>
            <a:chOff x="110" y="1686"/>
            <a:chExt cx="5491" cy="2226"/>
          </a:xfrm>
        </p:grpSpPr>
        <p:sp>
          <p:nvSpPr>
            <p:cNvPr id="29700" name="Text Box 8"/>
            <p:cNvSpPr txBox="1"/>
            <p:nvPr/>
          </p:nvSpPr>
          <p:spPr>
            <a:xfrm>
              <a:off x="110" y="1704"/>
              <a:ext cx="5491" cy="22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40000"/>
                </a:lnSpc>
                <a:buClr>
                  <a:schemeClr val="accent2"/>
                </a:buClr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	首先将区间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]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等分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步长                分点坐标为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a+kh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，(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0, 1, </a:t>
              </a:r>
              <a:r>
                <a:rPr lang="en-US" altLang="zh-CN" baseline="16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 . .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。然后在每个小子区间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+1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]  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0 , 1, </a:t>
              </a:r>
              <a:r>
                <a:rPr lang="en-US" altLang="zh-CN" baseline="16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 . .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-1)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上应用数值积分公式求得积分的近似值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将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求和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便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得到复化求积公式.</a:t>
              </a:r>
              <a:endParaRPr lang="en-US" altLang="zh-CN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9701" name="Object 9"/>
            <p:cNvGraphicFramePr>
              <a:graphicFrameLocks/>
            </p:cNvGraphicFramePr>
            <p:nvPr/>
          </p:nvGraphicFramePr>
          <p:xfrm>
            <a:off x="4016" y="1686"/>
            <a:ext cx="1002" cy="595"/>
          </p:xfrm>
          <a:graphic>
            <a:graphicData uri="http://schemas.openxmlformats.org/presentationml/2006/ole">
              <p:oleObj spid="_x0000_s22529" r:id="rId4" imgW="15849600" imgH="9448800" progId="">
                <p:embed/>
              </p:oleObj>
            </a:graphicData>
          </a:graphic>
        </p:graphicFrame>
      </p:grpSp>
      <p:graphicFrame>
        <p:nvGraphicFramePr>
          <p:cNvPr id="203789" name="Object 13"/>
          <p:cNvGraphicFramePr>
            <a:graphicFrameLocks/>
          </p:cNvGraphicFramePr>
          <p:nvPr/>
        </p:nvGraphicFramePr>
        <p:xfrm>
          <a:off x="3127375" y="5402263"/>
          <a:ext cx="2897188" cy="1077912"/>
        </p:xfrm>
        <a:graphic>
          <a:graphicData uri="http://schemas.openxmlformats.org/presentationml/2006/ole">
            <p:oleObj spid="_x0000_s22530" r:id="rId5" imgW="277368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0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u="none" dirty="0">
                <a:solidFill>
                  <a:schemeClr val="tx1"/>
                </a:solidFill>
              </a:rPr>
              <a:t>复化梯形公式的推导</a:t>
            </a:r>
            <a:endParaRPr lang="en-US" altLang="zh-CN" u="none" dirty="0">
              <a:solidFill>
                <a:schemeClr val="tx1"/>
              </a:solidFill>
            </a:endParaRPr>
          </a:p>
        </p:txBody>
      </p:sp>
      <p:grpSp>
        <p:nvGrpSpPr>
          <p:cNvPr id="2" name="Group 1034"/>
          <p:cNvGrpSpPr/>
          <p:nvPr/>
        </p:nvGrpSpPr>
        <p:grpSpPr>
          <a:xfrm>
            <a:off x="1343025" y="857250"/>
            <a:ext cx="6127750" cy="1025525"/>
            <a:chOff x="0" y="738"/>
            <a:chExt cx="3860" cy="646"/>
          </a:xfrm>
        </p:grpSpPr>
        <p:graphicFrame>
          <p:nvGraphicFramePr>
            <p:cNvPr id="62467" name="Object 1027"/>
            <p:cNvGraphicFramePr>
              <a:graphicFrameLocks/>
            </p:cNvGraphicFramePr>
            <p:nvPr/>
          </p:nvGraphicFramePr>
          <p:xfrm>
            <a:off x="632" y="738"/>
            <a:ext cx="2412" cy="646"/>
          </p:xfrm>
          <a:graphic>
            <a:graphicData uri="http://schemas.openxmlformats.org/presentationml/2006/ole">
              <p:oleObj spid="_x0000_s50177" r:id="rId4" imgW="35052000" imgH="9448800" progId="Equation.3">
                <p:embed/>
              </p:oleObj>
            </a:graphicData>
          </a:graphic>
        </p:graphicFrame>
        <p:sp>
          <p:nvSpPr>
            <p:cNvPr id="62468" name="Text Box 1029"/>
            <p:cNvSpPr txBox="1"/>
            <p:nvPr/>
          </p:nvSpPr>
          <p:spPr>
            <a:xfrm>
              <a:off x="0" y="868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利用</a:t>
              </a:r>
            </a:p>
          </p:txBody>
        </p:sp>
        <p:sp>
          <p:nvSpPr>
            <p:cNvPr id="62469" name="Text Box 1031"/>
            <p:cNvSpPr txBox="1"/>
            <p:nvPr/>
          </p:nvSpPr>
          <p:spPr>
            <a:xfrm>
              <a:off x="3232" y="850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得到</a:t>
              </a:r>
            </a:p>
          </p:txBody>
        </p:sp>
      </p:grpSp>
      <p:graphicFrame>
        <p:nvGraphicFramePr>
          <p:cNvPr id="377867" name="Object 1035"/>
          <p:cNvGraphicFramePr>
            <a:graphicFrameLocks/>
          </p:cNvGraphicFramePr>
          <p:nvPr/>
        </p:nvGraphicFramePr>
        <p:xfrm>
          <a:off x="754063" y="1765300"/>
          <a:ext cx="5530850" cy="1125538"/>
        </p:xfrm>
        <a:graphic>
          <a:graphicData uri="http://schemas.openxmlformats.org/presentationml/2006/ole">
            <p:oleObj spid="_x0000_s50178" r:id="rId5" imgW="50596800" imgH="10363200" progId="Equation.3">
              <p:embed/>
            </p:oleObj>
          </a:graphicData>
        </a:graphic>
      </p:graphicFrame>
      <p:graphicFrame>
        <p:nvGraphicFramePr>
          <p:cNvPr id="377869" name="Object 1037"/>
          <p:cNvGraphicFramePr>
            <a:graphicFrameLocks/>
          </p:cNvGraphicFramePr>
          <p:nvPr/>
        </p:nvGraphicFramePr>
        <p:xfrm>
          <a:off x="1181100" y="2881313"/>
          <a:ext cx="4452938" cy="1187450"/>
        </p:xfrm>
        <a:graphic>
          <a:graphicData uri="http://schemas.openxmlformats.org/presentationml/2006/ole">
            <p:oleObj spid="_x0000_s50179" r:id="rId6" imgW="41148000" imgH="10972800" progId="Equation.3">
              <p:embed/>
            </p:oleObj>
          </a:graphicData>
        </a:graphic>
      </p:graphicFrame>
      <p:graphicFrame>
        <p:nvGraphicFramePr>
          <p:cNvPr id="377871" name="Object 1039"/>
          <p:cNvGraphicFramePr>
            <a:graphicFrameLocks/>
          </p:cNvGraphicFramePr>
          <p:nvPr/>
        </p:nvGraphicFramePr>
        <p:xfrm>
          <a:off x="1176338" y="4070350"/>
          <a:ext cx="7004050" cy="1187450"/>
        </p:xfrm>
        <a:graphic>
          <a:graphicData uri="http://schemas.openxmlformats.org/presentationml/2006/ole">
            <p:oleObj spid="_x0000_s50180" r:id="rId7" imgW="64617600" imgH="10972800" progId="Equation.3">
              <p:embed/>
            </p:oleObj>
          </a:graphicData>
        </a:graphic>
      </p:graphicFrame>
      <p:graphicFrame>
        <p:nvGraphicFramePr>
          <p:cNvPr id="377873" name="Object 1041"/>
          <p:cNvGraphicFramePr>
            <a:graphicFrameLocks/>
          </p:cNvGraphicFramePr>
          <p:nvPr/>
        </p:nvGraphicFramePr>
        <p:xfrm>
          <a:off x="1169988" y="5294313"/>
          <a:ext cx="5221287" cy="1187450"/>
        </p:xfrm>
        <a:graphic>
          <a:graphicData uri="http://schemas.openxmlformats.org/presentationml/2006/ole">
            <p:oleObj spid="_x0000_s50181" r:id="rId8" imgW="48158400" imgH="10972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77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7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7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030"/>
          <p:cNvSpPr>
            <a:spLocks noGrp="1"/>
          </p:cNvSpPr>
          <p:nvPr>
            <p:ph type="title"/>
          </p:nvPr>
        </p:nvSpPr>
        <p:spPr>
          <a:xfrm>
            <a:off x="354013" y="231775"/>
            <a:ext cx="7772400" cy="708025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sz="3600" b="1" u="none" dirty="0">
                <a:solidFill>
                  <a:srgbClr val="0033CC"/>
                </a:solidFill>
              </a:rPr>
              <a:t>1.</a:t>
            </a:r>
            <a:r>
              <a:rPr lang="zh-CN" altLang="zh-CN" sz="3600" b="1" u="none" dirty="0">
                <a:solidFill>
                  <a:srgbClr val="0033CC"/>
                </a:solidFill>
              </a:rPr>
              <a:t>几个常用的复化求积法</a:t>
            </a:r>
            <a:r>
              <a:rPr lang="zh-CN" altLang="zh-CN" sz="2800" dirty="0">
                <a:solidFill>
                  <a:srgbClr val="0033CC"/>
                </a:solidFill>
              </a:rPr>
              <a:t>  </a:t>
            </a:r>
            <a:endParaRPr lang="zh-CN" altLang="en-US" dirty="0"/>
          </a:p>
        </p:txBody>
      </p:sp>
      <p:grpSp>
        <p:nvGrpSpPr>
          <p:cNvPr id="2" name="Group 1041"/>
          <p:cNvGrpSpPr/>
          <p:nvPr/>
        </p:nvGrpSpPr>
        <p:grpSpPr>
          <a:xfrm>
            <a:off x="454025" y="939800"/>
            <a:ext cx="8689975" cy="2436813"/>
            <a:chOff x="190" y="474"/>
            <a:chExt cx="5474" cy="1535"/>
          </a:xfrm>
        </p:grpSpPr>
        <p:sp>
          <p:nvSpPr>
            <p:cNvPr id="30723" name="Text Box 1031"/>
            <p:cNvSpPr txBox="1"/>
            <p:nvPr/>
          </p:nvSpPr>
          <p:spPr>
            <a:xfrm>
              <a:off x="190" y="474"/>
              <a:ext cx="16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复化梯形公式</a:t>
              </a:r>
            </a:p>
          </p:txBody>
        </p:sp>
        <p:graphicFrame>
          <p:nvGraphicFramePr>
            <p:cNvPr id="30724" name="Object 1032"/>
            <p:cNvGraphicFramePr>
              <a:graphicFrameLocks/>
            </p:cNvGraphicFramePr>
            <p:nvPr/>
          </p:nvGraphicFramePr>
          <p:xfrm>
            <a:off x="872" y="839"/>
            <a:ext cx="3310" cy="680"/>
          </p:xfrm>
          <a:graphic>
            <a:graphicData uri="http://schemas.openxmlformats.org/presentationml/2006/ole">
              <p:oleObj spid="_x0000_s23553" r:id="rId4" imgW="50292000" imgH="10363200" progId="">
                <p:embed/>
              </p:oleObj>
            </a:graphicData>
          </a:graphic>
        </p:graphicFrame>
        <p:sp>
          <p:nvSpPr>
            <p:cNvPr id="30725" name="Text Box 1033"/>
            <p:cNvSpPr txBox="1"/>
            <p:nvPr/>
          </p:nvSpPr>
          <p:spPr>
            <a:xfrm>
              <a:off x="190" y="1463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余项</a:t>
              </a:r>
              <a:endPara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0726" name="Object 1034"/>
            <p:cNvGraphicFramePr>
              <a:graphicFrameLocks/>
            </p:cNvGraphicFramePr>
            <p:nvPr/>
          </p:nvGraphicFramePr>
          <p:xfrm>
            <a:off x="712" y="1390"/>
            <a:ext cx="4952" cy="619"/>
          </p:xfrm>
          <a:graphic>
            <a:graphicData uri="http://schemas.openxmlformats.org/presentationml/2006/ole">
              <p:oleObj spid="_x0000_s23554" r:id="rId5" imgW="75285600" imgH="9448800" progId="">
                <p:embed/>
              </p:oleObj>
            </a:graphicData>
          </a:graphic>
        </p:graphicFrame>
      </p:grpSp>
      <p:grpSp>
        <p:nvGrpSpPr>
          <p:cNvPr id="4" name="Group 30"/>
          <p:cNvGrpSpPr/>
          <p:nvPr/>
        </p:nvGrpSpPr>
        <p:grpSpPr>
          <a:xfrm>
            <a:off x="825500" y="3506470"/>
            <a:ext cx="6913563" cy="1546225"/>
            <a:chOff x="280" y="734"/>
            <a:chExt cx="4355" cy="974"/>
          </a:xfrm>
        </p:grpSpPr>
        <p:sp>
          <p:nvSpPr>
            <p:cNvPr id="22531" name="Text Box 11"/>
            <p:cNvSpPr txBox="1"/>
            <p:nvPr/>
          </p:nvSpPr>
          <p:spPr>
            <a:xfrm>
              <a:off x="280" y="734"/>
              <a:ext cx="430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注：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当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]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时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基本梯形公式的余项</a:t>
              </a:r>
            </a:p>
          </p:txBody>
        </p:sp>
        <p:graphicFrame>
          <p:nvGraphicFramePr>
            <p:cNvPr id="22532" name="Object 12"/>
            <p:cNvGraphicFramePr>
              <a:graphicFrameLocks/>
            </p:cNvGraphicFramePr>
            <p:nvPr/>
          </p:nvGraphicFramePr>
          <p:xfrm>
            <a:off x="1216" y="1074"/>
            <a:ext cx="3419" cy="634"/>
          </p:xfrm>
          <a:graphic>
            <a:graphicData uri="http://schemas.openxmlformats.org/presentationml/2006/ole">
              <p:oleObj spid="_x0000_s23558" r:id="rId6" imgW="53949600" imgH="10058400" progId="">
                <p:embed/>
              </p:oleObj>
            </a:graphicData>
          </a:graphic>
        </p:graphicFrame>
      </p:grpSp>
      <p:graphicFrame>
        <p:nvGraphicFramePr>
          <p:cNvPr id="5" name="对象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825183" y="5052695"/>
          <a:ext cx="7934960" cy="1002665"/>
        </p:xfrm>
        <a:graphic>
          <a:graphicData uri="http://schemas.openxmlformats.org/presentationml/2006/ole">
            <p:oleObj spid="_x0000_s23557" r:id="rId7" imgW="3517560" imgH="4442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042"/>
          <p:cNvGrpSpPr/>
          <p:nvPr/>
        </p:nvGrpSpPr>
        <p:grpSpPr>
          <a:xfrm>
            <a:off x="315595" y="238125"/>
            <a:ext cx="8332788" cy="3103563"/>
            <a:chOff x="218" y="2020"/>
            <a:chExt cx="5249" cy="1955"/>
          </a:xfrm>
        </p:grpSpPr>
        <p:sp>
          <p:nvSpPr>
            <p:cNvPr id="30728" name="Text Box 1035"/>
            <p:cNvSpPr txBox="1"/>
            <p:nvPr/>
          </p:nvSpPr>
          <p:spPr>
            <a:xfrm>
              <a:off x="220" y="2020"/>
              <a:ext cx="217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复化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Simpson 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公式</a:t>
              </a:r>
            </a:p>
          </p:txBody>
        </p:sp>
        <p:graphicFrame>
          <p:nvGraphicFramePr>
            <p:cNvPr id="30729" name="Object 1036"/>
            <p:cNvGraphicFramePr>
              <a:graphicFrameLocks/>
            </p:cNvGraphicFramePr>
            <p:nvPr/>
          </p:nvGraphicFramePr>
          <p:xfrm>
            <a:off x="756" y="2339"/>
            <a:ext cx="4711" cy="702"/>
          </p:xfrm>
          <a:graphic>
            <a:graphicData uri="http://schemas.openxmlformats.org/presentationml/2006/ole">
              <p:oleObj spid="_x0000_s155652" r:id="rId4" imgW="71323200" imgH="10668000" progId="">
                <p:embed/>
              </p:oleObj>
            </a:graphicData>
          </a:graphic>
        </p:graphicFrame>
        <p:sp>
          <p:nvSpPr>
            <p:cNvPr id="30730" name="Text Box 1037"/>
            <p:cNvSpPr txBox="1"/>
            <p:nvPr/>
          </p:nvSpPr>
          <p:spPr>
            <a:xfrm>
              <a:off x="218" y="3100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余项</a:t>
              </a:r>
              <a:endPara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0731" name="Object 1038"/>
            <p:cNvGraphicFramePr>
              <a:graphicFrameLocks/>
            </p:cNvGraphicFramePr>
            <p:nvPr/>
          </p:nvGraphicFramePr>
          <p:xfrm>
            <a:off x="777" y="3016"/>
            <a:ext cx="4489" cy="959"/>
          </p:xfrm>
          <a:graphic>
            <a:graphicData uri="http://schemas.openxmlformats.org/presentationml/2006/ole">
              <p:oleObj spid="_x0000_s155651" r:id="rId5" imgW="68275200" imgH="14630400" progId="">
                <p:embed/>
              </p:oleObj>
            </a:graphicData>
          </a:graphic>
        </p:graphicFrame>
      </p:grpSp>
      <p:grpSp>
        <p:nvGrpSpPr>
          <p:cNvPr id="6" name="Group 31"/>
          <p:cNvGrpSpPr/>
          <p:nvPr/>
        </p:nvGrpSpPr>
        <p:grpSpPr>
          <a:xfrm>
            <a:off x="318770" y="3342005"/>
            <a:ext cx="7458076" cy="1565275"/>
            <a:chOff x="246" y="1786"/>
            <a:chExt cx="4698" cy="986"/>
          </a:xfrm>
        </p:grpSpPr>
        <p:sp>
          <p:nvSpPr>
            <p:cNvPr id="22534" name="Text Box 15"/>
            <p:cNvSpPr txBox="1"/>
            <p:nvPr/>
          </p:nvSpPr>
          <p:spPr>
            <a:xfrm>
              <a:off x="246" y="1786"/>
              <a:ext cx="469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注：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当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]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时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基本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Simpson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公式的余项</a:t>
              </a:r>
            </a:p>
          </p:txBody>
        </p:sp>
        <p:graphicFrame>
          <p:nvGraphicFramePr>
            <p:cNvPr id="22535" name="Object 16"/>
            <p:cNvGraphicFramePr>
              <a:graphicFrameLocks/>
            </p:cNvGraphicFramePr>
            <p:nvPr/>
          </p:nvGraphicFramePr>
          <p:xfrm>
            <a:off x="1108" y="2081"/>
            <a:ext cx="3646" cy="691"/>
          </p:xfrm>
          <a:graphic>
            <a:graphicData uri="http://schemas.openxmlformats.org/presentationml/2006/ole">
              <p:oleObj spid="_x0000_s155650" r:id="rId6" imgW="57912000" imgH="10972800" progId="">
                <p:embed/>
              </p:oleObj>
            </a:graphicData>
          </a:graphic>
        </p:graphicFrame>
      </p:grpSp>
      <p:graphicFrame>
        <p:nvGraphicFramePr>
          <p:cNvPr id="7" name="对象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958850" y="4794885"/>
          <a:ext cx="7226300" cy="2063115"/>
        </p:xfrm>
        <a:graphic>
          <a:graphicData uri="http://schemas.openxmlformats.org/presentationml/2006/ole">
            <p:oleObj spid="_x0000_s155649" r:id="rId7" imgW="2946240" imgH="914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521" name="Object 1169"/>
          <p:cNvGraphicFramePr>
            <a:graphicFrameLocks/>
          </p:cNvGraphicFramePr>
          <p:nvPr/>
        </p:nvGraphicFramePr>
        <p:xfrm>
          <a:off x="833438" y="850900"/>
          <a:ext cx="7489825" cy="2284413"/>
        </p:xfrm>
        <a:graphic>
          <a:graphicData uri="http://schemas.openxmlformats.org/presentationml/2006/ole">
            <p:oleObj spid="_x0000_s24577" r:id="rId4" imgW="71932800" imgH="21945600" progId="">
              <p:embed/>
            </p:oleObj>
          </a:graphicData>
        </a:graphic>
      </p:graphicFrame>
      <p:sp>
        <p:nvSpPr>
          <p:cNvPr id="229522" name="Text Box 1170"/>
          <p:cNvSpPr txBox="1"/>
          <p:nvPr/>
        </p:nvSpPr>
        <p:spPr>
          <a:xfrm>
            <a:off x="450850" y="3049588"/>
            <a:ext cx="9969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余项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229523" name="Object 1171"/>
          <p:cNvGraphicFramePr>
            <a:graphicFrameLocks/>
          </p:cNvGraphicFramePr>
          <p:nvPr/>
        </p:nvGraphicFramePr>
        <p:xfrm>
          <a:off x="1447800" y="2968625"/>
          <a:ext cx="6775450" cy="1838325"/>
        </p:xfrm>
        <a:graphic>
          <a:graphicData uri="http://schemas.openxmlformats.org/presentationml/2006/ole">
            <p:oleObj spid="_x0000_s24578" r:id="rId5" imgW="64922400" imgH="17678400" progId="">
              <p:embed/>
            </p:oleObj>
          </a:graphicData>
        </a:graphic>
      </p:graphicFrame>
      <p:sp>
        <p:nvSpPr>
          <p:cNvPr id="229534" name="Text Box 1182"/>
          <p:cNvSpPr txBox="1"/>
          <p:nvPr/>
        </p:nvSpPr>
        <p:spPr>
          <a:xfrm>
            <a:off x="223838" y="4910138"/>
            <a:ext cx="8856662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注：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由以上各余项公式很容易看出，当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时，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749" name="Rectangle 118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/>
            <a:r>
              <a:rPr lang="zh-CN" altLang="en-US" u="none" dirty="0">
                <a:solidFill>
                  <a:schemeClr val="tx1"/>
                </a:solidFill>
              </a:rPr>
              <a:t>复化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Cotes </a:t>
            </a:r>
            <a:r>
              <a:rPr lang="zh-CN" altLang="en-US" u="none" dirty="0">
                <a:solidFill>
                  <a:schemeClr val="tx1"/>
                </a:solidFill>
              </a:rPr>
              <a:t>公式</a:t>
            </a:r>
          </a:p>
        </p:txBody>
      </p:sp>
      <p:sp>
        <p:nvSpPr>
          <p:cNvPr id="229536" name="Text Box 1184"/>
          <p:cNvSpPr txBox="1"/>
          <p:nvPr/>
        </p:nvSpPr>
        <p:spPr>
          <a:xfrm>
            <a:off x="233363" y="5295900"/>
            <a:ext cx="8482012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而实际上，根据黎曼积分的定义，只要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可积即可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9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2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2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522" grpId="0"/>
      <p:bldP spid="229534" grpId="0"/>
      <p:bldP spid="2295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/>
            <a:r>
              <a:rPr lang="zh-CN" altLang="en-US" u="none" dirty="0">
                <a:solidFill>
                  <a:schemeClr val="tx1"/>
                </a:solidFill>
              </a:rPr>
              <a:t>例如复化梯形公式</a:t>
            </a:r>
            <a:r>
              <a:rPr lang="en-US" altLang="zh-CN" u="none" dirty="0">
                <a:solidFill>
                  <a:schemeClr val="tx1"/>
                </a:solidFill>
                <a:latin typeface="宋体" panose="02010600030101010101" pitchFamily="2" charset="-122"/>
              </a:rPr>
              <a:t>:</a:t>
            </a:r>
            <a:r>
              <a:rPr lang="en-US" altLang="zh-CN" dirty="0"/>
              <a:t> </a:t>
            </a:r>
          </a:p>
        </p:txBody>
      </p:sp>
      <p:sp>
        <p:nvSpPr>
          <p:cNvPr id="396291" name="Rectangle 3"/>
          <p:cNvSpPr>
            <a:spLocks noGrp="1"/>
          </p:cNvSpPr>
          <p:nvPr>
            <p:ph idx="1"/>
          </p:nvPr>
        </p:nvSpPr>
        <p:spPr>
          <a:xfrm>
            <a:off x="533400" y="3481388"/>
            <a:ext cx="8201025" cy="1457325"/>
          </a:xfrm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因为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/>
              <a:t>黎曼可积，所以将积分区间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zh-CN" altLang="en-US" sz="3200" dirty="0"/>
              <a:t>等分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zh-CN" altLang="en-US" sz="3200" dirty="0"/>
              <a:t>在子区间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dirty="0"/>
              <a:t>上选取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k</a:t>
            </a:r>
            <a:r>
              <a:rPr lang="zh-CN" altLang="en-US" sz="3200" dirty="0"/>
              <a:t>计算函数值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zh-CN" altLang="en-US" sz="3200" dirty="0"/>
              <a:t>则有 </a:t>
            </a:r>
          </a:p>
        </p:txBody>
      </p:sp>
      <p:sp>
        <p:nvSpPr>
          <p:cNvPr id="32771" name="Rectangle 6"/>
          <p:cNvSpPr/>
          <p:nvPr/>
        </p:nvSpPr>
        <p:spPr>
          <a:xfrm>
            <a:off x="0" y="2971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396293" name="Object 5"/>
          <p:cNvGraphicFramePr>
            <a:graphicFrameLocks/>
          </p:cNvGraphicFramePr>
          <p:nvPr/>
        </p:nvGraphicFramePr>
        <p:xfrm>
          <a:off x="1096963" y="1087438"/>
          <a:ext cx="5640387" cy="1189037"/>
        </p:xfrm>
        <a:graphic>
          <a:graphicData uri="http://schemas.openxmlformats.org/presentationml/2006/ole">
            <p:oleObj spid="_x0000_s25601" r:id="rId4" imgW="52120800" imgH="10972800" progId="Equation.3">
              <p:embed/>
            </p:oleObj>
          </a:graphicData>
        </a:graphic>
      </p:graphicFrame>
      <p:sp>
        <p:nvSpPr>
          <p:cNvPr id="32773" name="Rectangle 8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396295" name="Object 7"/>
          <p:cNvGraphicFramePr>
            <a:graphicFrameLocks/>
          </p:cNvGraphicFramePr>
          <p:nvPr/>
        </p:nvGraphicFramePr>
        <p:xfrm>
          <a:off x="1244600" y="4941888"/>
          <a:ext cx="4276725" cy="1127125"/>
        </p:xfrm>
        <a:graphic>
          <a:graphicData uri="http://schemas.openxmlformats.org/presentationml/2006/ole">
            <p:oleObj spid="_x0000_s25602" r:id="rId5" imgW="39014400" imgH="10363200" progId="Equation.3">
              <p:embed/>
            </p:oleObj>
          </a:graphicData>
        </a:graphic>
      </p:graphicFrame>
      <p:graphicFrame>
        <p:nvGraphicFramePr>
          <p:cNvPr id="396297" name="Object 9"/>
          <p:cNvGraphicFramePr>
            <a:graphicFrameLocks/>
          </p:cNvGraphicFramePr>
          <p:nvPr/>
        </p:nvGraphicFramePr>
        <p:xfrm>
          <a:off x="5657850" y="5191125"/>
          <a:ext cx="1336675" cy="728663"/>
        </p:xfrm>
        <a:graphic>
          <a:graphicData uri="http://schemas.openxmlformats.org/presentationml/2006/ole">
            <p:oleObj spid="_x0000_s25603" r:id="rId6" imgW="12192000" imgH="6705600" progId="Equation.3">
              <p:embed/>
            </p:oleObj>
          </a:graphicData>
        </a:graphic>
      </p:graphicFrame>
      <p:graphicFrame>
        <p:nvGraphicFramePr>
          <p:cNvPr id="396298" name="Object 10"/>
          <p:cNvGraphicFramePr>
            <a:graphicFrameLocks/>
          </p:cNvGraphicFramePr>
          <p:nvPr/>
        </p:nvGraphicFramePr>
        <p:xfrm>
          <a:off x="1506538" y="2220913"/>
          <a:ext cx="5310187" cy="1122362"/>
        </p:xfrm>
        <a:graphic>
          <a:graphicData uri="http://schemas.openxmlformats.org/presentationml/2006/ole">
            <p:oleObj spid="_x0000_s25604" r:id="rId7" imgW="49072800" imgH="1036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9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11" name="Text Box 7"/>
          <p:cNvSpPr txBox="1"/>
          <p:nvPr/>
        </p:nvSpPr>
        <p:spPr>
          <a:xfrm>
            <a:off x="347663" y="2055813"/>
            <a:ext cx="685546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定义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8.3.1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若复化求积公式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满足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03112" name="Object 8"/>
          <p:cNvGraphicFramePr>
            <a:graphicFrameLocks/>
          </p:cNvGraphicFramePr>
          <p:nvPr/>
        </p:nvGraphicFramePr>
        <p:xfrm>
          <a:off x="1355725" y="2690813"/>
          <a:ext cx="3879850" cy="981075"/>
        </p:xfrm>
        <a:graphic>
          <a:graphicData uri="http://schemas.openxmlformats.org/presentationml/2006/ole">
            <p:oleObj spid="_x0000_s26625" r:id="rId4" imgW="37185600" imgH="9448800" progId="">
              <p:embed/>
            </p:oleObj>
          </a:graphicData>
        </a:graphic>
      </p:graphicFrame>
      <p:sp>
        <p:nvSpPr>
          <p:cNvPr id="303113" name="Text Box 9"/>
          <p:cNvSpPr txBox="1"/>
          <p:nvPr/>
        </p:nvSpPr>
        <p:spPr>
          <a:xfrm>
            <a:off x="5337175" y="2862263"/>
            <a:ext cx="29273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（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为定常数) ,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303114" name="Text Box 10"/>
          <p:cNvSpPr txBox="1"/>
          <p:nvPr/>
        </p:nvSpPr>
        <p:spPr>
          <a:xfrm>
            <a:off x="363538" y="3800475"/>
            <a:ext cx="67373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则称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该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P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阶收敛的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3115" name="Text Box 11"/>
          <p:cNvSpPr txBox="1"/>
          <p:nvPr/>
        </p:nvSpPr>
        <p:spPr>
          <a:xfrm>
            <a:off x="261938" y="4559300"/>
            <a:ext cx="8653462" cy="15541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    </a:t>
            </a: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可知：在一定条件下，复化梯形公式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复化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Simpson 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公式和复化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Cotes 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公式分别为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 阶, 4 阶, 6阶收敛的.</a:t>
            </a:r>
            <a:endParaRPr lang="zh-CN" alt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03116" name="Text Box 12"/>
          <p:cNvSpPr txBox="1"/>
          <p:nvPr/>
        </p:nvSpPr>
        <p:spPr>
          <a:xfrm>
            <a:off x="350838" y="446088"/>
            <a:ext cx="8596312" cy="15541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     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为了描述随着区间等分个数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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时，由数值积分公式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得到近似值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逼近积分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真值的程度，我们引入收敛阶的概念。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1" grpId="0"/>
      <p:bldP spid="303113" grpId="0"/>
      <p:bldP spid="303114" grpId="0"/>
      <p:bldP spid="303115" grpId="0"/>
      <p:bldP spid="3031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280988" y="276225"/>
            <a:ext cx="8466137" cy="871538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b="1" u="none" dirty="0">
                <a:solidFill>
                  <a:srgbClr val="FF0000"/>
                </a:solidFill>
              </a:rPr>
              <a:t>例</a:t>
            </a:r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8.3.1 </a:t>
            </a:r>
            <a:r>
              <a:rPr lang="zh-CN" altLang="en-US" u="none" dirty="0">
                <a:solidFill>
                  <a:schemeClr val="tx1"/>
                </a:solidFill>
              </a:rPr>
              <a:t>利用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复化梯形公式和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simpson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公式计算</a:t>
            </a: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342900" y="1087438"/>
            <a:ext cx="8434388" cy="1357312"/>
          </a:xfrm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/>
              <a:t>                  </a:t>
            </a:r>
            <a:r>
              <a:rPr lang="zh-CN" altLang="en-US" sz="3200" dirty="0">
                <a:latin typeface="Times New Roman" panose="02020603050405020304" pitchFamily="18" charset="0"/>
              </a:rPr>
              <a:t>，为使误差不超过10</a:t>
            </a:r>
            <a:r>
              <a:rPr lang="zh-CN" altLang="en-US" sz="3200" baseline="30000" dirty="0">
                <a:latin typeface="Times New Roman" panose="02020603050405020304" pitchFamily="18" charset="0"/>
              </a:rPr>
              <a:t>-5</a:t>
            </a:r>
            <a:r>
              <a:rPr lang="zh-CN" altLang="en-US" sz="3200" dirty="0">
                <a:latin typeface="Times New Roman" panose="02020603050405020304" pitchFamily="18" charset="0"/>
              </a:rPr>
              <a:t>，需要将各分为多少等份，由此可得出什么结论？</a:t>
            </a:r>
            <a:endParaRPr lang="zh-CN" altLang="en-US" sz="2800" dirty="0"/>
          </a:p>
        </p:txBody>
      </p:sp>
      <p:graphicFrame>
        <p:nvGraphicFramePr>
          <p:cNvPr id="34819" name="Object 4"/>
          <p:cNvGraphicFramePr>
            <a:graphicFrameLocks/>
          </p:cNvGraphicFramePr>
          <p:nvPr/>
        </p:nvGraphicFramePr>
        <p:xfrm>
          <a:off x="509588" y="993775"/>
          <a:ext cx="2159000" cy="889000"/>
        </p:xfrm>
        <a:graphic>
          <a:graphicData uri="http://schemas.openxmlformats.org/presentationml/2006/ole">
            <p:oleObj spid="_x0000_s27649" r:id="rId4" imgW="15544800" imgH="8534400" progId="">
              <p:embed/>
            </p:oleObj>
          </a:graphicData>
        </a:graphic>
      </p:graphicFrame>
      <p:sp>
        <p:nvSpPr>
          <p:cNvPr id="269318" name="Text Box 6"/>
          <p:cNvSpPr txBox="1"/>
          <p:nvPr/>
        </p:nvSpPr>
        <p:spPr>
          <a:xfrm>
            <a:off x="325438" y="2625725"/>
            <a:ext cx="7202487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：利用复化梯形公式余项公式，有：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269319" name="Object 7"/>
          <p:cNvGraphicFramePr>
            <a:graphicFrameLocks/>
          </p:cNvGraphicFramePr>
          <p:nvPr/>
        </p:nvGraphicFramePr>
        <p:xfrm>
          <a:off x="1020763" y="3330575"/>
          <a:ext cx="4659312" cy="547688"/>
        </p:xfrm>
        <a:graphic>
          <a:graphicData uri="http://schemas.openxmlformats.org/presentationml/2006/ole">
            <p:oleObj spid="_x0000_s27650" r:id="rId5" imgW="46634400" imgH="5486400" progId="Equation.3">
              <p:embed/>
            </p:oleObj>
          </a:graphicData>
        </a:graphic>
      </p:graphicFrame>
      <p:sp>
        <p:nvSpPr>
          <p:cNvPr id="269321" name="AutoShape 9"/>
          <p:cNvSpPr/>
          <p:nvPr/>
        </p:nvSpPr>
        <p:spPr>
          <a:xfrm>
            <a:off x="2601913" y="2490788"/>
            <a:ext cx="3279775" cy="2692400"/>
          </a:xfrm>
          <a:prstGeom prst="wedgeEllipseCallout">
            <a:avLst>
              <a:gd name="adj1" fmla="val 48403"/>
              <a:gd name="adj2" fmla="val -79009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为使误差不超过10</a:t>
            </a:r>
            <a:r>
              <a:rPr lang="zh-CN" altLang="en-US" baseline="300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-5</a:t>
            </a:r>
            <a:r>
              <a:rPr lang="zh-CN" altLang="en-US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,</a:t>
            </a:r>
          </a:p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如何做？</a:t>
            </a:r>
            <a:endParaRPr lang="en-US" altLang="zh-CN" baseline="30000" dirty="0">
              <a:solidFill>
                <a:schemeClr val="tx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269322" name="Object 10"/>
          <p:cNvGraphicFramePr>
            <a:graphicFrameLocks/>
          </p:cNvGraphicFramePr>
          <p:nvPr/>
        </p:nvGraphicFramePr>
        <p:xfrm>
          <a:off x="2151063" y="3894138"/>
          <a:ext cx="3714750" cy="942975"/>
        </p:xfrm>
        <a:graphic>
          <a:graphicData uri="http://schemas.openxmlformats.org/presentationml/2006/ole">
            <p:oleObj spid="_x0000_s27651" r:id="rId6" imgW="37185600" imgH="9448800" progId="Equation.3">
              <p:embed/>
            </p:oleObj>
          </a:graphicData>
        </a:graphic>
      </p:graphicFrame>
      <p:graphicFrame>
        <p:nvGraphicFramePr>
          <p:cNvPr id="269323" name="Object 11"/>
          <p:cNvGraphicFramePr>
            <a:graphicFrameLocks/>
          </p:cNvGraphicFramePr>
          <p:nvPr/>
        </p:nvGraphicFramePr>
        <p:xfrm>
          <a:off x="2170113" y="4884738"/>
          <a:ext cx="1247775" cy="1003300"/>
        </p:xfrm>
        <a:graphic>
          <a:graphicData uri="http://schemas.openxmlformats.org/presentationml/2006/ole">
            <p:oleObj spid="_x0000_s27652" r:id="rId7" imgW="12496800" imgH="10058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8" grpId="0"/>
      <p:bldP spid="2693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270339" name="Text Box 3"/>
          <p:cNvSpPr txBox="1"/>
          <p:nvPr/>
        </p:nvSpPr>
        <p:spPr>
          <a:xfrm>
            <a:off x="474663" y="525463"/>
            <a:ext cx="1103312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令：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270340" name="Object 4"/>
          <p:cNvGraphicFramePr>
            <a:graphicFrameLocks/>
          </p:cNvGraphicFramePr>
          <p:nvPr/>
        </p:nvGraphicFramePr>
        <p:xfrm>
          <a:off x="1327150" y="411163"/>
          <a:ext cx="1755775" cy="966787"/>
        </p:xfrm>
        <a:graphic>
          <a:graphicData uri="http://schemas.openxmlformats.org/presentationml/2006/ole">
            <p:oleObj spid="_x0000_s28673" r:id="rId4" imgW="18288000" imgH="10058400" progId="Equation.3">
              <p:embed/>
            </p:oleObj>
          </a:graphicData>
        </a:graphic>
      </p:graphicFrame>
      <p:sp>
        <p:nvSpPr>
          <p:cNvPr id="270342" name="Text Box 6"/>
          <p:cNvSpPr txBox="1"/>
          <p:nvPr/>
        </p:nvSpPr>
        <p:spPr>
          <a:xfrm>
            <a:off x="3113088" y="541338"/>
            <a:ext cx="1509712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，于是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270343" name="Object 7"/>
          <p:cNvGraphicFramePr>
            <a:graphicFrameLocks/>
          </p:cNvGraphicFramePr>
          <p:nvPr/>
        </p:nvGraphicFramePr>
        <p:xfrm>
          <a:off x="4546600" y="425450"/>
          <a:ext cx="2019300" cy="965200"/>
        </p:xfrm>
        <a:graphic>
          <a:graphicData uri="http://schemas.openxmlformats.org/presentationml/2006/ole">
            <p:oleObj spid="_x0000_s28674" r:id="rId5" imgW="21031200" imgH="10058400" progId="Equation.3">
              <p:embed/>
            </p:oleObj>
          </a:graphicData>
        </a:graphic>
      </p:graphicFrame>
      <p:sp>
        <p:nvSpPr>
          <p:cNvPr id="270346" name="Rectangle 10"/>
          <p:cNvSpPr/>
          <p:nvPr/>
        </p:nvSpPr>
        <p:spPr>
          <a:xfrm>
            <a:off x="6397625" y="598488"/>
            <a:ext cx="539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，</a:t>
            </a:r>
          </a:p>
        </p:txBody>
      </p:sp>
      <p:grpSp>
        <p:nvGrpSpPr>
          <p:cNvPr id="2" name="Group 14"/>
          <p:cNvGrpSpPr/>
          <p:nvPr/>
        </p:nvGrpSpPr>
        <p:grpSpPr>
          <a:xfrm>
            <a:off x="469900" y="1447800"/>
            <a:ext cx="2728913" cy="579438"/>
            <a:chOff x="306" y="1462"/>
            <a:chExt cx="1719" cy="365"/>
          </a:xfrm>
        </p:grpSpPr>
        <p:sp>
          <p:nvSpPr>
            <p:cNvPr id="35848" name="Text Box 11"/>
            <p:cNvSpPr txBox="1"/>
            <p:nvPr/>
          </p:nvSpPr>
          <p:spPr>
            <a:xfrm>
              <a:off x="306" y="1462"/>
              <a:ext cx="171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解得            。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35849" name="Object 12"/>
            <p:cNvGraphicFramePr>
              <a:graphicFrameLocks/>
            </p:cNvGraphicFramePr>
            <p:nvPr/>
          </p:nvGraphicFramePr>
          <p:xfrm>
            <a:off x="889" y="1555"/>
            <a:ext cx="723" cy="247"/>
          </p:xfrm>
          <a:graphic>
            <a:graphicData uri="http://schemas.openxmlformats.org/presentationml/2006/ole">
              <p:oleObj spid="_x0000_s28675" r:id="rId6" imgW="12192000" imgH="4267200" progId="Equation.3">
                <p:embed/>
              </p:oleObj>
            </a:graphicData>
          </a:graphic>
        </p:graphicFrame>
      </p:grpSp>
      <p:grpSp>
        <p:nvGrpSpPr>
          <p:cNvPr id="3" name="Group 23"/>
          <p:cNvGrpSpPr/>
          <p:nvPr/>
        </p:nvGrpSpPr>
        <p:grpSpPr>
          <a:xfrm>
            <a:off x="433388" y="2155825"/>
            <a:ext cx="6996112" cy="579438"/>
            <a:chOff x="233" y="1858"/>
            <a:chExt cx="4407" cy="365"/>
          </a:xfrm>
        </p:grpSpPr>
        <p:sp>
          <p:nvSpPr>
            <p:cNvPr id="35851" name="Text Box 15"/>
            <p:cNvSpPr txBox="1"/>
            <p:nvPr/>
          </p:nvSpPr>
          <p:spPr>
            <a:xfrm>
              <a:off x="233" y="1858"/>
              <a:ext cx="440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即至少需要将区间            分509等份。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35852" name="Object 16"/>
            <p:cNvGraphicFramePr>
              <a:graphicFrameLocks/>
            </p:cNvGraphicFramePr>
            <p:nvPr/>
          </p:nvGraphicFramePr>
          <p:xfrm>
            <a:off x="2413" y="1906"/>
            <a:ext cx="596" cy="305"/>
          </p:xfrm>
          <a:graphic>
            <a:graphicData uri="http://schemas.openxmlformats.org/presentationml/2006/ole">
              <p:oleObj spid="_x0000_s28676" r:id="rId7" imgW="9753600" imgH="4876800" progId="Equation.3">
                <p:embed/>
              </p:oleObj>
            </a:graphicData>
          </a:graphic>
        </p:graphicFrame>
      </p:grpSp>
      <p:sp>
        <p:nvSpPr>
          <p:cNvPr id="270355" name="Text Box 19"/>
          <p:cNvSpPr txBox="1"/>
          <p:nvPr/>
        </p:nvSpPr>
        <p:spPr>
          <a:xfrm>
            <a:off x="431800" y="2870200"/>
            <a:ext cx="85153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类似地，利用复化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Simpson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公式余项公式，有：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270356" name="Object 20"/>
          <p:cNvGraphicFramePr>
            <a:graphicFrameLocks/>
          </p:cNvGraphicFramePr>
          <p:nvPr/>
        </p:nvGraphicFramePr>
        <p:xfrm>
          <a:off x="1041400" y="3575050"/>
          <a:ext cx="4994275" cy="944563"/>
        </p:xfrm>
        <a:graphic>
          <a:graphicData uri="http://schemas.openxmlformats.org/presentationml/2006/ole">
            <p:oleObj spid="_x0000_s28677" r:id="rId8" imgW="49987200" imgH="9448800" progId="Equation.3">
              <p:embed/>
            </p:oleObj>
          </a:graphicData>
        </a:graphic>
      </p:graphicFrame>
      <p:graphicFrame>
        <p:nvGraphicFramePr>
          <p:cNvPr id="270360" name="Object 24"/>
          <p:cNvGraphicFramePr>
            <a:graphicFrameLocks/>
          </p:cNvGraphicFramePr>
          <p:nvPr/>
        </p:nvGraphicFramePr>
        <p:xfrm>
          <a:off x="2297113" y="4364038"/>
          <a:ext cx="6030912" cy="1006475"/>
        </p:xfrm>
        <a:graphic>
          <a:graphicData uri="http://schemas.openxmlformats.org/presentationml/2006/ole">
            <p:oleObj spid="_x0000_s28678" r:id="rId9" imgW="60350400" imgH="10058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/>
      <p:bldP spid="270342" grpId="0"/>
      <p:bldP spid="270346" grpId="0"/>
      <p:bldP spid="27035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grpSp>
        <p:nvGrpSpPr>
          <p:cNvPr id="2" name="Group 34"/>
          <p:cNvGrpSpPr/>
          <p:nvPr/>
        </p:nvGrpSpPr>
        <p:grpSpPr>
          <a:xfrm>
            <a:off x="2640013" y="1244600"/>
            <a:ext cx="6284912" cy="579438"/>
            <a:chOff x="243" y="1367"/>
            <a:chExt cx="3959" cy="365"/>
          </a:xfrm>
        </p:grpSpPr>
        <p:sp>
          <p:nvSpPr>
            <p:cNvPr id="36867" name="Text Box 12"/>
            <p:cNvSpPr txBox="1"/>
            <p:nvPr/>
          </p:nvSpPr>
          <p:spPr>
            <a:xfrm>
              <a:off x="243" y="1367"/>
              <a:ext cx="395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即至少需要将区间          11等分。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36868" name="Object 13"/>
            <p:cNvGraphicFramePr>
              <a:graphicFrameLocks/>
            </p:cNvGraphicFramePr>
            <p:nvPr/>
          </p:nvGraphicFramePr>
          <p:xfrm>
            <a:off x="2453" y="1425"/>
            <a:ext cx="596" cy="305"/>
          </p:xfrm>
          <a:graphic>
            <a:graphicData uri="http://schemas.openxmlformats.org/presentationml/2006/ole">
              <p:oleObj spid="_x0000_s29697" r:id="rId4" imgW="9753600" imgH="4876800" progId="Equation.3">
                <p:embed/>
              </p:oleObj>
            </a:graphicData>
          </a:graphic>
        </p:graphicFrame>
      </p:grpSp>
      <p:grpSp>
        <p:nvGrpSpPr>
          <p:cNvPr id="3" name="Group 21"/>
          <p:cNvGrpSpPr/>
          <p:nvPr/>
        </p:nvGrpSpPr>
        <p:grpSpPr>
          <a:xfrm>
            <a:off x="458788" y="266700"/>
            <a:ext cx="3243262" cy="919163"/>
            <a:chOff x="289" y="738"/>
            <a:chExt cx="2043" cy="579"/>
          </a:xfrm>
        </p:grpSpPr>
        <p:sp>
          <p:nvSpPr>
            <p:cNvPr id="36870" name="Text Box 3"/>
            <p:cNvSpPr txBox="1"/>
            <p:nvPr/>
          </p:nvSpPr>
          <p:spPr>
            <a:xfrm>
              <a:off x="289" y="821"/>
              <a:ext cx="69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令：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36871" name="Object 18"/>
            <p:cNvGraphicFramePr>
              <a:graphicFrameLocks/>
            </p:cNvGraphicFramePr>
            <p:nvPr/>
          </p:nvGraphicFramePr>
          <p:xfrm>
            <a:off x="707" y="738"/>
            <a:ext cx="1285" cy="579"/>
          </p:xfrm>
          <a:graphic>
            <a:graphicData uri="http://schemas.openxmlformats.org/presentationml/2006/ole">
              <p:oleObj spid="_x0000_s29698" r:id="rId5" imgW="22250400" imgH="10058400" progId="Equation.3">
                <p:embed/>
              </p:oleObj>
            </a:graphicData>
          </a:graphic>
        </p:graphicFrame>
        <p:sp>
          <p:nvSpPr>
            <p:cNvPr id="36872" name="Rectangle 20"/>
            <p:cNvSpPr/>
            <p:nvPr/>
          </p:nvSpPr>
          <p:spPr>
            <a:xfrm>
              <a:off x="1960" y="884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，</a:t>
              </a:r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3573463" y="279400"/>
            <a:ext cx="3794125" cy="1003300"/>
            <a:chOff x="2251" y="176"/>
            <a:chExt cx="2390" cy="632"/>
          </a:xfrm>
        </p:grpSpPr>
        <p:sp>
          <p:nvSpPr>
            <p:cNvPr id="36874" name="Text Box 5"/>
            <p:cNvSpPr txBox="1"/>
            <p:nvPr/>
          </p:nvSpPr>
          <p:spPr>
            <a:xfrm>
              <a:off x="2251" y="291"/>
              <a:ext cx="69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于是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sp>
          <p:nvSpPr>
            <p:cNvPr id="36875" name="Rectangle 7"/>
            <p:cNvSpPr/>
            <p:nvPr/>
          </p:nvSpPr>
          <p:spPr>
            <a:xfrm>
              <a:off x="4301" y="347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，</a:t>
              </a:r>
            </a:p>
          </p:txBody>
        </p:sp>
        <p:graphicFrame>
          <p:nvGraphicFramePr>
            <p:cNvPr id="36876" name="Object 22"/>
            <p:cNvGraphicFramePr>
              <a:graphicFrameLocks/>
            </p:cNvGraphicFramePr>
            <p:nvPr/>
          </p:nvGraphicFramePr>
          <p:xfrm>
            <a:off x="2906" y="176"/>
            <a:ext cx="1528" cy="632"/>
          </p:xfrm>
          <a:graphic>
            <a:graphicData uri="http://schemas.openxmlformats.org/presentationml/2006/ole">
              <p:oleObj spid="_x0000_s29699" r:id="rId6" imgW="24384000" imgH="10058400" progId="Equation.3">
                <p:embed/>
              </p:oleObj>
            </a:graphicData>
          </a:graphic>
        </p:graphicFrame>
      </p:grpSp>
      <p:grpSp>
        <p:nvGrpSpPr>
          <p:cNvPr id="5" name="Group 33"/>
          <p:cNvGrpSpPr/>
          <p:nvPr/>
        </p:nvGrpSpPr>
        <p:grpSpPr>
          <a:xfrm>
            <a:off x="422275" y="1235075"/>
            <a:ext cx="2520950" cy="579438"/>
            <a:chOff x="306" y="918"/>
            <a:chExt cx="1588" cy="365"/>
          </a:xfrm>
        </p:grpSpPr>
        <p:sp>
          <p:nvSpPr>
            <p:cNvPr id="36878" name="Text Box 9"/>
            <p:cNvSpPr txBox="1"/>
            <p:nvPr/>
          </p:nvSpPr>
          <p:spPr>
            <a:xfrm>
              <a:off x="306" y="918"/>
              <a:ext cx="15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解得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。</a:t>
              </a:r>
              <a:endParaRPr lang="en-US" altLang="zh-CN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6879" name="Object 25"/>
            <p:cNvGraphicFramePr>
              <a:graphicFrameLocks/>
            </p:cNvGraphicFramePr>
            <p:nvPr/>
          </p:nvGraphicFramePr>
          <p:xfrm>
            <a:off x="957" y="987"/>
            <a:ext cx="637" cy="267"/>
          </p:xfrm>
          <a:graphic>
            <a:graphicData uri="http://schemas.openxmlformats.org/presentationml/2006/ole">
              <p:oleObj spid="_x0000_s29700" r:id="rId7" imgW="10058400" imgH="4267200" progId="Equation.3">
                <p:embed/>
              </p:oleObj>
            </a:graphicData>
          </a:graphic>
        </p:graphicFrame>
      </p:grpSp>
      <p:grpSp>
        <p:nvGrpSpPr>
          <p:cNvPr id="6" name="Group 35"/>
          <p:cNvGrpSpPr/>
          <p:nvPr/>
        </p:nvGrpSpPr>
        <p:grpSpPr>
          <a:xfrm>
            <a:off x="369888" y="1758950"/>
            <a:ext cx="8208962" cy="1844675"/>
            <a:chOff x="233" y="1582"/>
            <a:chExt cx="5122" cy="1162"/>
          </a:xfrm>
        </p:grpSpPr>
        <p:sp>
          <p:nvSpPr>
            <p:cNvPr id="36881" name="Text Box 28"/>
            <p:cNvSpPr txBox="1"/>
            <p:nvPr/>
          </p:nvSpPr>
          <p:spPr>
            <a:xfrm>
              <a:off x="233" y="1582"/>
              <a:ext cx="5122" cy="116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由于利用复化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Simpson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公式计算时，又要用到每一个小区间的中点，故实际至少需要将区间         分22等份。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36882" name="Object 29"/>
            <p:cNvGraphicFramePr>
              <a:graphicFrameLocks/>
            </p:cNvGraphicFramePr>
            <p:nvPr/>
          </p:nvGraphicFramePr>
          <p:xfrm>
            <a:off x="860" y="2396"/>
            <a:ext cx="492" cy="307"/>
          </p:xfrm>
          <a:graphic>
            <a:graphicData uri="http://schemas.openxmlformats.org/presentationml/2006/ole">
              <p:oleObj spid="_x0000_s29701" r:id="rId8" imgW="9753600" imgH="4876800" progId="Equation.3">
                <p:embed/>
              </p:oleObj>
            </a:graphicData>
          </a:graphic>
        </p:graphicFrame>
      </p:grpSp>
      <p:sp>
        <p:nvSpPr>
          <p:cNvPr id="271392" name="Text Box 32"/>
          <p:cNvSpPr txBox="1"/>
          <p:nvPr/>
        </p:nvSpPr>
        <p:spPr>
          <a:xfrm>
            <a:off x="390525" y="3529013"/>
            <a:ext cx="8380413" cy="2238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由此可以看出，在精度相同的条件下，复化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Simpson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公式要利用23个函数值，而复化梯形公式要利用510个函数值。利用复化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Simpson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公式计算时，计算量要少得多。</a:t>
            </a:r>
            <a:endParaRPr lang="zh-CN" altLang="en-US"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300"/>
                                        <p:tgtEl>
                                          <p:spTgt spid="27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9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xfrm>
            <a:off x="454025" y="228600"/>
            <a:ext cx="7772400" cy="871538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b="1" u="none" dirty="0">
                <a:solidFill>
                  <a:srgbClr val="FF0000"/>
                </a:solidFill>
              </a:rPr>
              <a:t>例</a:t>
            </a:r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8.3.2</a:t>
            </a:r>
            <a:r>
              <a:rPr lang="zh-CN" altLang="en-US" u="none" dirty="0">
                <a:solidFill>
                  <a:schemeClr val="tx1"/>
                </a:solidFill>
              </a:rPr>
              <a:t> 利用复化求积公式计算积分</a:t>
            </a:r>
          </a:p>
        </p:txBody>
      </p:sp>
      <p:graphicFrame>
        <p:nvGraphicFramePr>
          <p:cNvPr id="299011" name="Object 3"/>
          <p:cNvGraphicFramePr>
            <a:graphicFrameLocks/>
          </p:cNvGraphicFramePr>
          <p:nvPr/>
        </p:nvGraphicFramePr>
        <p:xfrm>
          <a:off x="2832100" y="847725"/>
          <a:ext cx="2451100" cy="982663"/>
        </p:xfrm>
        <a:graphic>
          <a:graphicData uri="http://schemas.openxmlformats.org/presentationml/2006/ole">
            <p:oleObj spid="_x0000_s30721" r:id="rId4" imgW="23469600" imgH="9448800" progId="">
              <p:embed/>
            </p:oleObj>
          </a:graphicData>
        </a:graphic>
      </p:graphicFrame>
      <p:sp>
        <p:nvSpPr>
          <p:cNvPr id="299012" name="Text Box 4"/>
          <p:cNvSpPr txBox="1"/>
          <p:nvPr/>
        </p:nvSpPr>
        <p:spPr>
          <a:xfrm>
            <a:off x="461963" y="1852613"/>
            <a:ext cx="10033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1144588" y="1708150"/>
            <a:ext cx="7572375" cy="946150"/>
            <a:chOff x="721" y="1096"/>
            <a:chExt cx="4770" cy="596"/>
          </a:xfrm>
        </p:grpSpPr>
        <p:sp>
          <p:nvSpPr>
            <p:cNvPr id="37893" name="Text Box 5"/>
            <p:cNvSpPr txBox="1"/>
            <p:nvPr/>
          </p:nvSpPr>
          <p:spPr>
            <a:xfrm>
              <a:off x="721" y="1194"/>
              <a:ext cx="477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(1)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将区间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[ 0, 1] 8等分,  步长            分点 </a:t>
              </a:r>
              <a:endParaRPr lang="zh-CN" altLang="en-US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7894" name="Object 6"/>
            <p:cNvGraphicFramePr>
              <a:graphicFrameLocks/>
            </p:cNvGraphicFramePr>
            <p:nvPr/>
          </p:nvGraphicFramePr>
          <p:xfrm>
            <a:off x="4133" y="1096"/>
            <a:ext cx="655" cy="596"/>
          </p:xfrm>
          <a:graphic>
            <a:graphicData uri="http://schemas.openxmlformats.org/presentationml/2006/ole">
              <p:oleObj spid="_x0000_s30722" r:id="rId5" imgW="10363200" imgH="9448800" progId="">
                <p:embed/>
              </p:oleObj>
            </a:graphicData>
          </a:graphic>
        </p:graphicFrame>
      </p:grpSp>
      <p:graphicFrame>
        <p:nvGraphicFramePr>
          <p:cNvPr id="299015" name="Object 7"/>
          <p:cNvGraphicFramePr>
            <a:graphicFrameLocks/>
          </p:cNvGraphicFramePr>
          <p:nvPr/>
        </p:nvGraphicFramePr>
        <p:xfrm>
          <a:off x="2408238" y="2508250"/>
          <a:ext cx="3663950" cy="982663"/>
        </p:xfrm>
        <a:graphic>
          <a:graphicData uri="http://schemas.openxmlformats.org/presentationml/2006/ole">
            <p:oleObj spid="_x0000_s30723" r:id="rId6" imgW="35052000" imgH="9448800" progId="">
              <p:embed/>
            </p:oleObj>
          </a:graphicData>
        </a:graphic>
      </p:graphicFrame>
      <p:sp>
        <p:nvSpPr>
          <p:cNvPr id="299016" name="Text Box 8"/>
          <p:cNvSpPr txBox="1"/>
          <p:nvPr/>
        </p:nvSpPr>
        <p:spPr>
          <a:xfrm>
            <a:off x="481013" y="3479800"/>
            <a:ext cx="44513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采用复化梯形计算, 求得</a:t>
            </a:r>
          </a:p>
        </p:txBody>
      </p:sp>
      <p:graphicFrame>
        <p:nvGraphicFramePr>
          <p:cNvPr id="299018" name="Object 10"/>
          <p:cNvGraphicFramePr>
            <a:graphicFrameLocks/>
          </p:cNvGraphicFramePr>
          <p:nvPr/>
        </p:nvGraphicFramePr>
        <p:xfrm>
          <a:off x="684213" y="4046538"/>
          <a:ext cx="7877175" cy="1079500"/>
        </p:xfrm>
        <a:graphic>
          <a:graphicData uri="http://schemas.openxmlformats.org/presentationml/2006/ole">
            <p:oleObj spid="_x0000_s30724" r:id="rId7" imgW="752856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2" grpId="0"/>
      <p:bldP spid="2990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159" name="Object 15"/>
          <p:cNvGraphicFramePr>
            <a:graphicFrameLocks/>
          </p:cNvGraphicFramePr>
          <p:nvPr/>
        </p:nvGraphicFramePr>
        <p:xfrm>
          <a:off x="144463" y="2428875"/>
          <a:ext cx="8824912" cy="973138"/>
        </p:xfrm>
        <a:graphic>
          <a:graphicData uri="http://schemas.openxmlformats.org/presentationml/2006/ole">
            <p:oleObj spid="_x0000_s31745" r:id="rId4" imgW="96316800" imgH="10668000" progId="">
              <p:embed/>
            </p:oleObj>
          </a:graphicData>
        </a:graphic>
      </p:graphicFrame>
      <p:grpSp>
        <p:nvGrpSpPr>
          <p:cNvPr id="2" name="Group 23"/>
          <p:cNvGrpSpPr/>
          <p:nvPr/>
        </p:nvGrpSpPr>
        <p:grpSpPr>
          <a:xfrm>
            <a:off x="0" y="496888"/>
            <a:ext cx="8585200" cy="1939925"/>
            <a:chOff x="40" y="313"/>
            <a:chExt cx="5408" cy="1222"/>
          </a:xfrm>
        </p:grpSpPr>
        <p:sp>
          <p:nvSpPr>
            <p:cNvPr id="38915" name="Text Box 14"/>
            <p:cNvSpPr txBox="1"/>
            <p:nvPr/>
          </p:nvSpPr>
          <p:spPr>
            <a:xfrm>
              <a:off x="40" y="373"/>
              <a:ext cx="5408" cy="116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(2)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将区间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[ 0, 1] 4等分,  步长           采用复化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Simpson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公式计算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仍然利用原来 9 个分点处的函数值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求得</a:t>
              </a:r>
              <a:endParaRPr lang="zh-CN" altLang="en-US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8916" name="Object 16"/>
            <p:cNvGraphicFramePr>
              <a:graphicFrameLocks/>
            </p:cNvGraphicFramePr>
            <p:nvPr/>
          </p:nvGraphicFramePr>
          <p:xfrm>
            <a:off x="3437" y="313"/>
            <a:ext cx="673" cy="594"/>
          </p:xfrm>
          <a:graphic>
            <a:graphicData uri="http://schemas.openxmlformats.org/presentationml/2006/ole">
              <p:oleObj spid="_x0000_s31746" r:id="rId5" imgW="10668000" imgH="9448800" progId="">
                <p:embed/>
              </p:oleObj>
            </a:graphicData>
          </a:graphic>
        </p:graphicFrame>
      </p:grpSp>
      <p:sp>
        <p:nvSpPr>
          <p:cNvPr id="262162" name="Text Box 18"/>
          <p:cNvSpPr txBox="1"/>
          <p:nvPr/>
        </p:nvSpPr>
        <p:spPr>
          <a:xfrm>
            <a:off x="209550" y="3683000"/>
            <a:ext cx="8693150" cy="18446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   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这两种方法计算量基本相同,  但所得到的结果与真值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π= 3.1415926 </a:t>
            </a:r>
            <a:r>
              <a:rPr lang="en-US" altLang="zh-CN" b="1" baseline="16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...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比较可以看出复化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Simpson 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公式求得的结果要精确得多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6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026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>
              <a:buClrTx/>
              <a:buSzTx/>
              <a:buFontTx/>
            </a:pPr>
            <a:r>
              <a:rPr lang="zh-CN" altLang="en-US" sz="4800" b="1" u="none" dirty="0"/>
              <a:t> </a:t>
            </a:r>
            <a:r>
              <a:rPr lang="zh-CN" altLang="zh-CN" sz="4800" b="1" u="none" dirty="0">
                <a:sym typeface="+mn-ea"/>
              </a:rPr>
              <a:t>变步长梯形公式与</a:t>
            </a:r>
            <a:r>
              <a:rPr lang="en-US" altLang="zh-CN" sz="4800" b="1" u="none" dirty="0">
                <a:latin typeface="Times New Roman" panose="02020603050405020304" pitchFamily="18" charset="0"/>
                <a:sym typeface="+mn-ea"/>
              </a:rPr>
              <a:t>Romberg</a:t>
            </a:r>
            <a:r>
              <a:rPr lang="zh-CN" altLang="zh-CN" sz="4800" b="1" u="none" dirty="0">
                <a:sym typeface="+mn-ea"/>
              </a:rPr>
              <a:t>算法</a:t>
            </a:r>
            <a:endParaRPr lang="zh-CN" altLang="en-US" sz="4800" b="1" u="none" dirty="0"/>
          </a:p>
        </p:txBody>
      </p:sp>
      <p:sp>
        <p:nvSpPr>
          <p:cNvPr id="3074" name="Rectangle 1027"/>
          <p:cNvSpPr>
            <a:spLocks noGrp="1"/>
          </p:cNvSpPr>
          <p:nvPr>
            <p:ph type="subTitle" idx="1"/>
          </p:nvPr>
        </p:nvSpPr>
        <p:spPr>
          <a:xfrm>
            <a:off x="1371600" y="3902075"/>
            <a:ext cx="6400800" cy="1941513"/>
          </a:xfrm>
        </p:spPr>
        <p:txBody>
          <a:bodyPr vert="horz" wrap="square" lIns="91440" tIns="45720" rIns="91440" bIns="45720" anchor="t"/>
          <a:lstStyle/>
          <a:p>
            <a:pPr>
              <a:buSzPct val="85000"/>
            </a:pPr>
            <a:endParaRPr lang="zh-CN" altLang="en-US" sz="3600" b="1" dirty="0">
              <a:latin typeface="+mn-lt"/>
              <a:ea typeface="华文行楷" panose="02010800040101010101" pitchFamily="2" charset="-122"/>
              <a:cs typeface="+mn-cs"/>
            </a:endParaRPr>
          </a:p>
          <a:p>
            <a:pPr>
              <a:buSzPct val="85000"/>
            </a:pPr>
            <a:r>
              <a:rPr lang="zh-CN" altLang="en-US" sz="3600" b="1" dirty="0">
                <a:latin typeface="+mn-lt"/>
                <a:ea typeface="华文行楷" panose="02010800040101010101" pitchFamily="2" charset="-122"/>
                <a:cs typeface="+mn-cs"/>
              </a:rPr>
              <a:t>天津大学数学学院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/>
      <p:bldP spid="3074" grpI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xfrm>
            <a:off x="280988" y="242888"/>
            <a:ext cx="8863012" cy="746125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zh-CN" sz="4000" b="1" u="none" dirty="0">
                <a:latin typeface="Times New Roman" panose="02020603050405020304" pitchFamily="18" charset="0"/>
              </a:rPr>
              <a:t>8.4</a:t>
            </a:r>
            <a:r>
              <a:rPr lang="zh-CN" altLang="en-US" sz="4000" b="1" u="none" dirty="0">
                <a:latin typeface="Times New Roman" panose="02020603050405020304" pitchFamily="18" charset="0"/>
              </a:rPr>
              <a:t> </a:t>
            </a:r>
            <a:r>
              <a:rPr lang="zh-CN" altLang="zh-CN" sz="4000" b="1" u="none" dirty="0"/>
              <a:t>变步长梯形公式与</a:t>
            </a:r>
            <a:r>
              <a:rPr lang="en-US" altLang="zh-CN" sz="4000" b="1" u="none" dirty="0">
                <a:latin typeface="Times New Roman" panose="02020603050405020304" pitchFamily="18" charset="0"/>
              </a:rPr>
              <a:t>Romberg</a:t>
            </a:r>
            <a:r>
              <a:rPr lang="zh-CN" altLang="zh-CN" sz="4000" b="1" u="none" dirty="0"/>
              <a:t>算法</a:t>
            </a:r>
            <a:endParaRPr lang="zh-CN" altLang="en-US" sz="3600" b="1" u="none" dirty="0"/>
          </a:p>
        </p:txBody>
      </p:sp>
      <p:sp>
        <p:nvSpPr>
          <p:cNvPr id="272387" name="Rectangle 3"/>
          <p:cNvSpPr>
            <a:spLocks noGrp="1"/>
          </p:cNvSpPr>
          <p:nvPr>
            <p:ph idx="1"/>
          </p:nvPr>
        </p:nvSpPr>
        <p:spPr>
          <a:xfrm>
            <a:off x="390525" y="1006475"/>
            <a:ext cx="8305800" cy="5429250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r>
              <a:rPr lang="zh-CN" altLang="en-US" sz="3600" b="1" dirty="0">
                <a:latin typeface="Times New Roman" panose="02020603050405020304" pitchFamily="18" charset="0"/>
              </a:rPr>
              <a:t>1.</a:t>
            </a:r>
            <a:r>
              <a:rPr lang="zh-CN" altLang="zh-CN" sz="3600" b="1" dirty="0"/>
              <a:t>变步长的梯形公式</a:t>
            </a:r>
            <a:endParaRPr lang="zh-CN" altLang="en-US" sz="3600" b="1" dirty="0"/>
          </a:p>
          <a:p>
            <a:pPr marL="0" indent="0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zh-CN" altLang="en-US" sz="2800" dirty="0"/>
              <a:t>       </a:t>
            </a:r>
            <a:r>
              <a:rPr lang="zh-CN" altLang="en-US" sz="3200" dirty="0"/>
              <a:t>复化求积公式称为</a:t>
            </a:r>
            <a:r>
              <a:rPr lang="zh-CN" altLang="en-US" sz="3200" b="1" dirty="0"/>
              <a:t>定步长的求积公式</a:t>
            </a:r>
            <a:r>
              <a:rPr lang="zh-CN" altLang="en-US" sz="3200" dirty="0">
                <a:latin typeface="Times New Roman" panose="02020603050405020304" pitchFamily="18" charset="0"/>
              </a:rPr>
              <a:t>，它对提高精度是行之有</a:t>
            </a:r>
            <a:r>
              <a:rPr lang="zh-CN" altLang="en-US" sz="3200" dirty="0"/>
              <a:t>效的。但对于给定的精度，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要确定一个合适的步长往往难以办到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3200" dirty="0">
                <a:latin typeface="Times New Roman" panose="02020603050405020304" pitchFamily="18" charset="0"/>
              </a:rPr>
              <a:t>因此实际上一般常采用变步长的求积公式。即让步长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逐次折半</a:t>
            </a:r>
            <a:r>
              <a:rPr lang="zh-CN" altLang="en-US" sz="3200" dirty="0">
                <a:latin typeface="Times New Roman" panose="02020603050405020304" pitchFamily="18" charset="0"/>
              </a:rPr>
              <a:t>的过程中，反复使用复化求积公式进行计算，直到相邻两次计算结果之差</a:t>
            </a:r>
            <a:r>
              <a:rPr lang="zh-CN" altLang="en-US" sz="3200" dirty="0"/>
              <a:t>的绝对值小于允许精度</a:t>
            </a:r>
            <a:r>
              <a:rPr lang="en-US" altLang="zh-CN" sz="3200" dirty="0">
                <a:latin typeface="宋体" panose="02010600030101010101" pitchFamily="2" charset="-122"/>
              </a:rPr>
              <a:t>ε</a:t>
            </a:r>
            <a:r>
              <a:rPr lang="zh-CN" altLang="en-US" sz="3200" dirty="0">
                <a:latin typeface="宋体" panose="02010600030101010101" pitchFamily="2" charset="-122"/>
              </a:rPr>
              <a:t>的要求时终止计算，</a:t>
            </a:r>
            <a:r>
              <a:rPr lang="zh-CN" altLang="en-US" sz="3200" b="1" dirty="0">
                <a:solidFill>
                  <a:schemeClr val="accent2"/>
                </a:solidFill>
                <a:latin typeface="宋体" panose="02010600030101010101" pitchFamily="2" charset="-122"/>
              </a:rPr>
              <a:t>这种方法称为变步长的求积方法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。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300"/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/>
            <a:r>
              <a:rPr lang="zh-CN" altLang="en-US" u="none" dirty="0">
                <a:solidFill>
                  <a:schemeClr val="tx1"/>
                </a:solidFill>
              </a:rPr>
              <a:t>     例如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: 对于积分</a:t>
            </a:r>
          </a:p>
        </p:txBody>
      </p:sp>
      <p:graphicFrame>
        <p:nvGraphicFramePr>
          <p:cNvPr id="300035" name="Object 3"/>
          <p:cNvGraphicFramePr>
            <a:graphicFrameLocks/>
          </p:cNvGraphicFramePr>
          <p:nvPr/>
        </p:nvGraphicFramePr>
        <p:xfrm>
          <a:off x="4211638" y="309563"/>
          <a:ext cx="2584450" cy="790575"/>
        </p:xfrm>
        <a:graphic>
          <a:graphicData uri="http://schemas.openxmlformats.org/presentationml/2006/ole">
            <p:oleObj spid="_x0000_s32769" r:id="rId4" imgW="25908000" imgH="7924800" progId="">
              <p:embed/>
            </p:oleObj>
          </a:graphicData>
        </a:graphic>
      </p:graphicFrame>
      <p:sp>
        <p:nvSpPr>
          <p:cNvPr id="300036" name="Text Box 4"/>
          <p:cNvSpPr txBox="1"/>
          <p:nvPr/>
        </p:nvSpPr>
        <p:spPr>
          <a:xfrm>
            <a:off x="354013" y="1150938"/>
            <a:ext cx="59753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采用变步长的梯形公式进行计算.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363538" y="1735138"/>
            <a:ext cx="8208962" cy="1185862"/>
            <a:chOff x="229" y="1255"/>
            <a:chExt cx="5171" cy="747"/>
          </a:xfrm>
        </p:grpSpPr>
        <p:sp>
          <p:nvSpPr>
            <p:cNvPr id="40965" name="Text Box 5"/>
            <p:cNvSpPr txBox="1"/>
            <p:nvPr/>
          </p:nvSpPr>
          <p:spPr>
            <a:xfrm>
              <a:off x="229" y="1330"/>
              <a:ext cx="5171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将区间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 , b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]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等分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步长               , 按复化梯形公式</a:t>
              </a:r>
            </a:p>
          </p:txBody>
        </p:sp>
        <p:graphicFrame>
          <p:nvGraphicFramePr>
            <p:cNvPr id="40966" name="Object 6"/>
            <p:cNvGraphicFramePr>
              <a:graphicFrameLocks/>
            </p:cNvGraphicFramePr>
            <p:nvPr/>
          </p:nvGraphicFramePr>
          <p:xfrm>
            <a:off x="3310" y="1255"/>
            <a:ext cx="886" cy="597"/>
          </p:xfrm>
          <a:graphic>
            <a:graphicData uri="http://schemas.openxmlformats.org/presentationml/2006/ole">
              <p:oleObj spid="_x0000_s32770" r:id="rId5" imgW="14020800" imgH="9448800" progId="">
                <p:embed/>
              </p:oleObj>
            </a:graphicData>
          </a:graphic>
        </p:graphicFrame>
      </p:grpSp>
      <p:sp>
        <p:nvSpPr>
          <p:cNvPr id="300040" name="Text Box 8"/>
          <p:cNvSpPr txBox="1"/>
          <p:nvPr/>
        </p:nvSpPr>
        <p:spPr>
          <a:xfrm>
            <a:off x="406400" y="3968750"/>
            <a:ext cx="5797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计算时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需调用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+1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个函数值。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00042" name="Object 10"/>
          <p:cNvGraphicFramePr>
            <a:graphicFrameLocks/>
          </p:cNvGraphicFramePr>
          <p:nvPr/>
        </p:nvGraphicFramePr>
        <p:xfrm>
          <a:off x="2033588" y="2768600"/>
          <a:ext cx="4132262" cy="1035050"/>
        </p:xfrm>
        <a:graphic>
          <a:graphicData uri="http://schemas.openxmlformats.org/presentationml/2006/ole">
            <p:oleObj spid="_x0000_s32771" r:id="rId6" imgW="41757600" imgH="1036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/>
      <p:bldP spid="3000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8" name="Text Box 12"/>
          <p:cNvSpPr txBox="1"/>
          <p:nvPr/>
        </p:nvSpPr>
        <p:spPr>
          <a:xfrm>
            <a:off x="190500" y="481013"/>
            <a:ext cx="8753475" cy="18446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      现在将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折半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再将上述每个区间 [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]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对分一次, 分点增至 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+ 1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个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设上述小子区间的中点为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90149" name="Object 5"/>
          <p:cNvGraphicFramePr>
            <a:graphicFrameLocks/>
          </p:cNvGraphicFramePr>
          <p:nvPr/>
        </p:nvGraphicFramePr>
        <p:xfrm>
          <a:off x="2852738" y="1846263"/>
          <a:ext cx="2349500" cy="1033462"/>
        </p:xfrm>
        <a:graphic>
          <a:graphicData uri="http://schemas.openxmlformats.org/presentationml/2006/ole">
            <p:oleObj spid="_x0000_s33793" r:id="rId4" imgW="23469600" imgH="10363200" progId="">
              <p:embed/>
            </p:oleObj>
          </a:graphicData>
        </a:graphic>
      </p:graphicFrame>
      <p:sp>
        <p:nvSpPr>
          <p:cNvPr id="208909" name="Text Box 13"/>
          <p:cNvSpPr txBox="1"/>
          <p:nvPr/>
        </p:nvSpPr>
        <p:spPr>
          <a:xfrm>
            <a:off x="365125" y="2886075"/>
            <a:ext cx="723106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在[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]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上用复化梯形公式并求和得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90150" name="Object 6"/>
          <p:cNvGraphicFramePr>
            <a:graphicFrameLocks/>
          </p:cNvGraphicFramePr>
          <p:nvPr/>
        </p:nvGraphicFramePr>
        <p:xfrm>
          <a:off x="406083" y="3511550"/>
          <a:ext cx="8177212" cy="979488"/>
        </p:xfrm>
        <a:graphic>
          <a:graphicData uri="http://schemas.openxmlformats.org/presentationml/2006/ole">
            <p:oleObj spid="_x0000_s33794" r:id="rId5" imgW="88696800" imgH="10668000" progId="">
              <p:embed/>
            </p:oleObj>
          </a:graphicData>
        </a:graphic>
      </p:graphicFrame>
      <p:sp>
        <p:nvSpPr>
          <p:cNvPr id="208912" name="Text Box 16"/>
          <p:cNvSpPr txBox="1"/>
          <p:nvPr/>
        </p:nvSpPr>
        <p:spPr>
          <a:xfrm>
            <a:off x="185738" y="4491038"/>
            <a:ext cx="8691562" cy="18446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上式称为</a:t>
            </a: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变步长的梯形公式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. 即在求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2n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时, 可以利用前面已求出的结果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剩下的仅仅需要求出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个新分点处的函数值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.  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208918" name="AutoShape 22"/>
          <p:cNvSpPr>
            <a:spLocks noChangeArrowheads="1"/>
          </p:cNvSpPr>
          <p:nvPr/>
        </p:nvSpPr>
        <p:spPr bwMode="auto">
          <a:xfrm>
            <a:off x="5341938" y="1749425"/>
            <a:ext cx="3470275" cy="609600"/>
          </a:xfrm>
          <a:prstGeom prst="wedgeRoundRectCallout">
            <a:avLst>
              <a:gd name="adj1" fmla="val -153250"/>
              <a:gd name="adj2" fmla="val 271875"/>
              <a:gd name="adj3" fmla="val 16667"/>
            </a:avLst>
          </a:prstGeom>
          <a:gradFill rotWithShape="1">
            <a:gsLst>
              <a:gs pos="0">
                <a:srgbClr val="FFFFFF">
                  <a:alpha val="38000"/>
                </a:srgbClr>
              </a:gs>
              <a:gs pos="50000">
                <a:schemeClr val="accent1"/>
              </a:gs>
              <a:gs pos="100000">
                <a:srgbClr val="FFFFFF">
                  <a:alpha val="38000"/>
                </a:srgbClr>
              </a:gs>
            </a:gsLst>
            <a:lin ang="5400000" scaled="1"/>
          </a:gradFill>
          <a:ln w="9525">
            <a:solidFill>
              <a:schemeClr val="accent1"/>
            </a:solidFill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注意：</a:t>
            </a:r>
            <a:r>
              <a:rPr kumimoji="0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altLang="zh-CN" sz="32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</a:p>
        </p:txBody>
      </p:sp>
      <p:graphicFrame>
        <p:nvGraphicFramePr>
          <p:cNvPr id="390146" name="Object 2"/>
          <p:cNvGraphicFramePr>
            <a:graphicFrameLocks/>
          </p:cNvGraphicFramePr>
          <p:nvPr>
            <p:ph/>
          </p:nvPr>
        </p:nvGraphicFramePr>
        <p:xfrm>
          <a:off x="406400" y="373063"/>
          <a:ext cx="8356600" cy="1249362"/>
        </p:xfrm>
        <a:graphic>
          <a:graphicData uri="http://schemas.openxmlformats.org/presentationml/2006/ole">
            <p:oleObj spid="_x0000_s33795" r:id="rId6" imgW="77419200" imgH="1158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9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9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0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8" grpId="0"/>
      <p:bldP spid="208909" grpId="0"/>
      <p:bldP spid="2089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xfrm>
            <a:off x="533400" y="323850"/>
            <a:ext cx="7772400" cy="871538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变步长的梯形公式的算法</a:t>
            </a:r>
            <a:r>
              <a:rPr lang="zh-CN" altLang="en-US" dirty="0"/>
              <a:t> </a:t>
            </a:r>
          </a:p>
        </p:txBody>
      </p:sp>
      <p:sp>
        <p:nvSpPr>
          <p:cNvPr id="44037" name="Text Box 5"/>
          <p:cNvSpPr txBox="1"/>
          <p:nvPr/>
        </p:nvSpPr>
        <p:spPr>
          <a:xfrm>
            <a:off x="172085" y="1628775"/>
            <a:ext cx="2077720" cy="5194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Step 2.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计算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pSp>
        <p:nvGrpSpPr>
          <p:cNvPr id="3" name="Group 21"/>
          <p:cNvGrpSpPr/>
          <p:nvPr/>
        </p:nvGrpSpPr>
        <p:grpSpPr>
          <a:xfrm>
            <a:off x="172085" y="2890521"/>
            <a:ext cx="6592888" cy="1743075"/>
            <a:chOff x="89" y="2000"/>
            <a:chExt cx="4153" cy="1098"/>
          </a:xfrm>
        </p:grpSpPr>
        <p:sp>
          <p:nvSpPr>
            <p:cNvPr id="44042" name="Text Box 11"/>
            <p:cNvSpPr txBox="1"/>
            <p:nvPr/>
          </p:nvSpPr>
          <p:spPr>
            <a:xfrm>
              <a:off x="89" y="2230"/>
              <a:ext cx="13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Step 3.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计算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44043" name="Object 12"/>
            <p:cNvGraphicFramePr>
              <a:graphicFrameLocks/>
            </p:cNvGraphicFramePr>
            <p:nvPr/>
          </p:nvGraphicFramePr>
          <p:xfrm>
            <a:off x="1450" y="2000"/>
            <a:ext cx="2792" cy="771"/>
          </p:xfrm>
          <a:graphic>
            <a:graphicData uri="http://schemas.openxmlformats.org/presentationml/2006/ole">
              <p:oleObj spid="_x0000_s34819" r:id="rId4" imgW="40538400" imgH="11277600" progId="Equation.3">
                <p:embed/>
              </p:oleObj>
            </a:graphicData>
          </a:graphic>
        </p:graphicFrame>
        <p:sp>
          <p:nvSpPr>
            <p:cNvPr id="44044" name="Text Box 14"/>
            <p:cNvSpPr txBox="1"/>
            <p:nvPr/>
          </p:nvSpPr>
          <p:spPr>
            <a:xfrm>
              <a:off x="110" y="2771"/>
              <a:ext cx="6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这里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</p:grpSp>
      <p:sp>
        <p:nvSpPr>
          <p:cNvPr id="273425" name="AutoShape 17"/>
          <p:cNvSpPr/>
          <p:nvPr/>
        </p:nvSpPr>
        <p:spPr>
          <a:xfrm>
            <a:off x="7500620" y="1628775"/>
            <a:ext cx="1546225" cy="2373630"/>
          </a:xfrm>
          <a:prstGeom prst="wedgeRoundRectCallout">
            <a:avLst>
              <a:gd name="adj1" fmla="val -185564"/>
              <a:gd name="adj2" fmla="val 67870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将每一个小子区间二等分，即步长折半。</a:t>
            </a:r>
            <a:r>
              <a:rPr lang="zh-CN" alt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pSp>
        <p:nvGrpSpPr>
          <p:cNvPr id="4" name="Group 22"/>
          <p:cNvGrpSpPr/>
          <p:nvPr/>
        </p:nvGrpSpPr>
        <p:grpSpPr>
          <a:xfrm>
            <a:off x="77788" y="5089525"/>
            <a:ext cx="8094662" cy="1323975"/>
            <a:chOff x="90" y="641"/>
            <a:chExt cx="5099" cy="834"/>
          </a:xfrm>
        </p:grpSpPr>
        <p:sp>
          <p:nvSpPr>
            <p:cNvPr id="44048" name="Text Box 23"/>
            <p:cNvSpPr txBox="1"/>
            <p:nvPr/>
          </p:nvSpPr>
          <p:spPr>
            <a:xfrm>
              <a:off x="90" y="729"/>
              <a:ext cx="13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Step 4.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如果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44049" name="Object 24"/>
            <p:cNvGraphicFramePr>
              <a:graphicFrameLocks/>
            </p:cNvGraphicFramePr>
            <p:nvPr/>
          </p:nvGraphicFramePr>
          <p:xfrm>
            <a:off x="1317" y="641"/>
            <a:ext cx="1512" cy="459"/>
          </p:xfrm>
          <a:graphic>
            <a:graphicData uri="http://schemas.openxmlformats.org/presentationml/2006/ole">
              <p:oleObj spid="_x0000_s34821" r:id="rId5" imgW="22250400" imgH="6705600" progId="Equation.3">
                <p:embed/>
              </p:oleObj>
            </a:graphicData>
          </a:graphic>
        </p:graphicFrame>
        <p:sp>
          <p:nvSpPr>
            <p:cNvPr id="44050" name="Text Box 25"/>
            <p:cNvSpPr txBox="1"/>
            <p:nvPr/>
          </p:nvSpPr>
          <p:spPr>
            <a:xfrm>
              <a:off x="2768" y="706"/>
              <a:ext cx="2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，则停止，输出值        ,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44051" name="Object 26"/>
            <p:cNvGraphicFramePr>
              <a:graphicFrameLocks/>
            </p:cNvGraphicFramePr>
            <p:nvPr/>
          </p:nvGraphicFramePr>
          <p:xfrm>
            <a:off x="4629" y="723"/>
            <a:ext cx="467" cy="395"/>
          </p:xfrm>
          <a:graphic>
            <a:graphicData uri="http://schemas.openxmlformats.org/presentationml/2006/ole">
              <p:oleObj spid="_x0000_s34822" r:id="rId6" imgW="7010400" imgH="5791200" progId="Equation.3">
                <p:embed/>
              </p:oleObj>
            </a:graphicData>
          </a:graphic>
        </p:graphicFrame>
        <p:sp>
          <p:nvSpPr>
            <p:cNvPr id="44052" name="Text Box 27"/>
            <p:cNvSpPr txBox="1"/>
            <p:nvPr/>
          </p:nvSpPr>
          <p:spPr>
            <a:xfrm>
              <a:off x="758" y="1148"/>
              <a:ext cx="44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否则，置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+1，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: =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/2 ，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转到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Step 3。</a:t>
              </a:r>
              <a:r>
                <a:rPr lang="en-US" altLang="zh-CN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graphicFrame>
        <p:nvGraphicFramePr>
          <p:cNvPr id="12" name="对象 11">
            <a:hlinkClick r:id="" action="ppaction://ole?verb=0"/>
          </p:cNvPr>
          <p:cNvGraphicFramePr>
            <a:graphicFrameLocks/>
          </p:cNvGraphicFramePr>
          <p:nvPr/>
        </p:nvGraphicFramePr>
        <p:xfrm>
          <a:off x="995998" y="2148205"/>
          <a:ext cx="6419850" cy="889635"/>
        </p:xfrm>
        <a:graphic>
          <a:graphicData uri="http://schemas.openxmlformats.org/presentationml/2006/ole">
            <p:oleObj spid="_x0000_s34824" r:id="rId7" imgW="2844720" imgH="393480" progId="Equation.3">
              <p:embed/>
            </p:oleObj>
          </a:graphicData>
        </a:graphic>
      </p:graphicFrame>
      <p:graphicFrame>
        <p:nvGraphicFramePr>
          <p:cNvPr id="5" name="Object 15"/>
          <p:cNvGraphicFramePr>
            <a:graphicFrameLocks/>
          </p:cNvGraphicFramePr>
          <p:nvPr/>
        </p:nvGraphicFramePr>
        <p:xfrm>
          <a:off x="1185442" y="4067946"/>
          <a:ext cx="6772012" cy="1182468"/>
        </p:xfrm>
        <a:graphic>
          <a:graphicData uri="http://schemas.openxmlformats.org/presentationml/2006/ole">
            <p:oleObj spid="_x0000_s34823" r:id="rId8" imgW="3111480" imgH="431640" progId="Equation.3">
              <p:embed/>
            </p:oleObj>
          </a:graphicData>
        </a:graphic>
      </p:graphicFrame>
      <p:sp>
        <p:nvSpPr>
          <p:cNvPr id="18" name="AutoShape 4"/>
          <p:cNvSpPr/>
          <p:nvPr/>
        </p:nvSpPr>
        <p:spPr>
          <a:xfrm>
            <a:off x="3884180" y="260566"/>
            <a:ext cx="3536950" cy="989013"/>
          </a:xfrm>
          <a:prstGeom prst="cloudCallout">
            <a:avLst>
              <a:gd name="adj1" fmla="val 71097"/>
              <a:gd name="adj2" fmla="val 5545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即将积分区间分割成2</a:t>
            </a:r>
            <a:r>
              <a:rPr lang="en-US" altLang="zh-CN" sz="2400" b="1" i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等份。</a:t>
            </a:r>
          </a:p>
        </p:txBody>
      </p:sp>
      <p:sp>
        <p:nvSpPr>
          <p:cNvPr id="19" name="Text Box 3"/>
          <p:cNvSpPr txBox="1"/>
          <p:nvPr/>
        </p:nvSpPr>
        <p:spPr>
          <a:xfrm>
            <a:off x="197644" y="1035844"/>
            <a:ext cx="87487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Step 1.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给定精度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&gt; 0，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为正整数，步长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=(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b - a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)/2</a:t>
            </a:r>
            <a:r>
              <a:rPr lang="en-US" altLang="zh-CN" sz="2800" i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/>
      <p:bldP spid="44037" grpId="1"/>
      <p:bldP spid="273425" grpId="0" bldLvl="0" animBg="1"/>
      <p:bldP spid="1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3"/>
          <p:cNvSpPr txBox="1"/>
          <p:nvPr/>
        </p:nvSpPr>
        <p:spPr>
          <a:xfrm>
            <a:off x="215900" y="169863"/>
            <a:ext cx="67868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例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8.4.1 用变步长的梯形公式计算积分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185738" y="1603375"/>
            <a:ext cx="8547100" cy="1281113"/>
            <a:chOff x="49" y="902"/>
            <a:chExt cx="5384" cy="807"/>
          </a:xfrm>
        </p:grpSpPr>
        <p:sp>
          <p:nvSpPr>
            <p:cNvPr id="45059" name="Text Box 15"/>
            <p:cNvSpPr txBox="1"/>
            <p:nvPr/>
          </p:nvSpPr>
          <p:spPr>
            <a:xfrm>
              <a:off x="49" y="978"/>
              <a:ext cx="5384" cy="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解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: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对于                   , 定义 </a:t>
              </a:r>
              <a:r>
                <a:rPr lang="en-US" altLang="en-US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 </a:t>
              </a:r>
              <a:r>
                <a:rPr lang="en-US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(0) = 1,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首先在区间 [0 , 1] </a:t>
              </a:r>
            </a:p>
            <a:p>
              <a:pPr eaLnBrk="0" hangingPunct="0">
                <a:lnSpc>
                  <a:spcPct val="150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上用梯形公式（即步长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1）,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求得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45060" name="Object 16"/>
            <p:cNvGraphicFramePr>
              <a:graphicFrameLocks/>
            </p:cNvGraphicFramePr>
            <p:nvPr/>
          </p:nvGraphicFramePr>
          <p:xfrm>
            <a:off x="1051" y="902"/>
            <a:ext cx="1113" cy="546"/>
          </p:xfrm>
          <a:graphic>
            <a:graphicData uri="http://schemas.openxmlformats.org/presentationml/2006/ole">
              <p:oleObj spid="_x0000_s35841" r:id="rId4" imgW="19202400" imgH="9448800" progId="">
                <p:embed/>
              </p:oleObj>
            </a:graphicData>
          </a:graphic>
        </p:graphicFrame>
      </p:grpSp>
      <p:graphicFrame>
        <p:nvGraphicFramePr>
          <p:cNvPr id="209937" name="Object 17"/>
          <p:cNvGraphicFramePr>
            <a:graphicFrameLocks/>
          </p:cNvGraphicFramePr>
          <p:nvPr/>
        </p:nvGraphicFramePr>
        <p:xfrm>
          <a:off x="1778000" y="2981325"/>
          <a:ext cx="4689475" cy="866775"/>
        </p:xfrm>
        <a:graphic>
          <a:graphicData uri="http://schemas.openxmlformats.org/presentationml/2006/ole">
            <p:oleObj spid="_x0000_s35842" r:id="rId5" imgW="50901600" imgH="9448800" progId="">
              <p:embed/>
            </p:oleObj>
          </a:graphicData>
        </a:graphic>
      </p:graphicFrame>
      <p:grpSp>
        <p:nvGrpSpPr>
          <p:cNvPr id="3" name="Group 22"/>
          <p:cNvGrpSpPr/>
          <p:nvPr/>
        </p:nvGrpSpPr>
        <p:grpSpPr>
          <a:xfrm>
            <a:off x="114300" y="3749675"/>
            <a:ext cx="8796338" cy="866775"/>
            <a:chOff x="50" y="2001"/>
            <a:chExt cx="5541" cy="546"/>
          </a:xfrm>
        </p:grpSpPr>
        <p:sp>
          <p:nvSpPr>
            <p:cNvPr id="45063" name="Text Box 18"/>
            <p:cNvSpPr txBox="1"/>
            <p:nvPr/>
          </p:nvSpPr>
          <p:spPr>
            <a:xfrm>
              <a:off x="50" y="2089"/>
              <a:ext cx="55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将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[0 , 1] 对分, 它的中点函数值                                 , 则有</a:t>
              </a:r>
              <a:endPara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45064" name="Object 19"/>
            <p:cNvGraphicFramePr>
              <a:graphicFrameLocks/>
            </p:cNvGraphicFramePr>
            <p:nvPr/>
          </p:nvGraphicFramePr>
          <p:xfrm>
            <a:off x="3222" y="2001"/>
            <a:ext cx="1696" cy="546"/>
          </p:xfrm>
          <a:graphic>
            <a:graphicData uri="http://schemas.openxmlformats.org/presentationml/2006/ole">
              <p:oleObj spid="_x0000_s35843" r:id="rId6" imgW="29260800" imgH="9448800" progId="">
                <p:embed/>
              </p:oleObj>
            </a:graphicData>
          </a:graphic>
        </p:graphicFrame>
      </p:grpSp>
      <p:graphicFrame>
        <p:nvGraphicFramePr>
          <p:cNvPr id="209940" name="Object 20"/>
          <p:cNvGraphicFramePr>
            <a:graphicFrameLocks/>
          </p:cNvGraphicFramePr>
          <p:nvPr/>
        </p:nvGraphicFramePr>
        <p:xfrm>
          <a:off x="1698625" y="4564063"/>
          <a:ext cx="4519613" cy="866775"/>
        </p:xfrm>
        <a:graphic>
          <a:graphicData uri="http://schemas.openxmlformats.org/presentationml/2006/ole">
            <p:oleObj spid="_x0000_s35844" r:id="rId7" imgW="49072800" imgH="9448800" progId="">
              <p:embed/>
            </p:oleObj>
          </a:graphicData>
        </a:graphic>
      </p:graphicFrame>
      <p:grpSp>
        <p:nvGrpSpPr>
          <p:cNvPr id="4" name="Group 28"/>
          <p:cNvGrpSpPr/>
          <p:nvPr/>
        </p:nvGrpSpPr>
        <p:grpSpPr>
          <a:xfrm>
            <a:off x="247650" y="5500688"/>
            <a:ext cx="8385175" cy="614362"/>
            <a:chOff x="87" y="3611"/>
            <a:chExt cx="5282" cy="387"/>
          </a:xfrm>
        </p:grpSpPr>
        <p:graphicFrame>
          <p:nvGraphicFramePr>
            <p:cNvPr id="45067" name="Object 24"/>
            <p:cNvGraphicFramePr>
              <a:graphicFrameLocks/>
            </p:cNvGraphicFramePr>
            <p:nvPr/>
          </p:nvGraphicFramePr>
          <p:xfrm>
            <a:off x="656" y="3611"/>
            <a:ext cx="1396" cy="387"/>
          </p:xfrm>
          <a:graphic>
            <a:graphicData uri="http://schemas.openxmlformats.org/presentationml/2006/ole">
              <p:oleObj spid="_x0000_s35845" r:id="rId8" imgW="24384000" imgH="6705600" progId="Equation.3">
                <p:embed/>
              </p:oleObj>
            </a:graphicData>
          </a:graphic>
        </p:graphicFrame>
        <p:sp>
          <p:nvSpPr>
            <p:cNvPr id="45068" name="Text Box 26"/>
            <p:cNvSpPr txBox="1"/>
            <p:nvPr/>
          </p:nvSpPr>
          <p:spPr>
            <a:xfrm>
              <a:off x="87" y="3614"/>
              <a:ext cx="6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由于 </a:t>
              </a:r>
            </a:p>
          </p:txBody>
        </p:sp>
        <p:sp>
          <p:nvSpPr>
            <p:cNvPr id="45069" name="Text Box 27"/>
            <p:cNvSpPr txBox="1"/>
            <p:nvPr/>
          </p:nvSpPr>
          <p:spPr>
            <a:xfrm>
              <a:off x="2085" y="3636"/>
              <a:ext cx="328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不成立，记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:=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/2 = 1/2 ，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计算</a:t>
              </a:r>
              <a:endParaRPr lang="en-US" altLang="zh-CN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45070" name="Group 32"/>
          <p:cNvGrpSpPr/>
          <p:nvPr/>
        </p:nvGrpSpPr>
        <p:grpSpPr>
          <a:xfrm>
            <a:off x="2217738" y="731838"/>
            <a:ext cx="5175250" cy="1008062"/>
            <a:chOff x="1831" y="461"/>
            <a:chExt cx="3260" cy="635"/>
          </a:xfrm>
        </p:grpSpPr>
        <p:graphicFrame>
          <p:nvGraphicFramePr>
            <p:cNvPr id="45071" name="Object 30"/>
            <p:cNvGraphicFramePr>
              <a:graphicFrameLocks/>
            </p:cNvGraphicFramePr>
            <p:nvPr/>
          </p:nvGraphicFramePr>
          <p:xfrm>
            <a:off x="1831" y="461"/>
            <a:ext cx="1419" cy="635"/>
          </p:xfrm>
          <a:graphic>
            <a:graphicData uri="http://schemas.openxmlformats.org/presentationml/2006/ole">
              <p:oleObj spid="_x0000_s35846" r:id="rId9" imgW="21031200" imgH="9448800" progId="">
                <p:embed/>
              </p:oleObj>
            </a:graphicData>
          </a:graphic>
        </p:graphicFrame>
        <p:sp>
          <p:nvSpPr>
            <p:cNvPr id="45072" name="Rectangle 31"/>
            <p:cNvSpPr/>
            <p:nvPr/>
          </p:nvSpPr>
          <p:spPr>
            <a:xfrm>
              <a:off x="3301" y="597"/>
              <a:ext cx="179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（精确到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zh-CN" altLang="en-US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275459" name="Text Box 3"/>
          <p:cNvSpPr txBox="1"/>
          <p:nvPr/>
        </p:nvSpPr>
        <p:spPr>
          <a:xfrm>
            <a:off x="1031875" y="4519613"/>
            <a:ext cx="5691188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如此继续下去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计算结果如下表</a:t>
            </a:r>
          </a:p>
        </p:txBody>
      </p:sp>
      <p:graphicFrame>
        <p:nvGraphicFramePr>
          <p:cNvPr id="275461" name="Object 5"/>
          <p:cNvGraphicFramePr>
            <a:graphicFrameLocks/>
          </p:cNvGraphicFramePr>
          <p:nvPr/>
        </p:nvGraphicFramePr>
        <p:xfrm>
          <a:off x="366713" y="479425"/>
          <a:ext cx="3825875" cy="1128713"/>
        </p:xfrm>
        <a:graphic>
          <a:graphicData uri="http://schemas.openxmlformats.org/presentationml/2006/ole">
            <p:oleObj spid="_x0000_s36865" r:id="rId4" imgW="38100000" imgH="11277600" progId="Equation.3">
              <p:embed/>
            </p:oleObj>
          </a:graphicData>
        </a:graphic>
      </p:graphicFrame>
      <p:grpSp>
        <p:nvGrpSpPr>
          <p:cNvPr id="2" name="Group 21"/>
          <p:cNvGrpSpPr/>
          <p:nvPr/>
        </p:nvGrpSpPr>
        <p:grpSpPr>
          <a:xfrm>
            <a:off x="187325" y="2906713"/>
            <a:ext cx="8667750" cy="1462087"/>
            <a:chOff x="127" y="1823"/>
            <a:chExt cx="5460" cy="921"/>
          </a:xfrm>
        </p:grpSpPr>
        <p:graphicFrame>
          <p:nvGraphicFramePr>
            <p:cNvPr id="46085" name="Object 11"/>
            <p:cNvGraphicFramePr>
              <a:graphicFrameLocks/>
            </p:cNvGraphicFramePr>
            <p:nvPr/>
          </p:nvGraphicFramePr>
          <p:xfrm>
            <a:off x="1281" y="2352"/>
            <a:ext cx="408" cy="390"/>
          </p:xfrm>
          <a:graphic>
            <a:graphicData uri="http://schemas.openxmlformats.org/presentationml/2006/ole">
              <p:oleObj spid="_x0000_s36866" r:id="rId5" imgW="6096000" imgH="5791200" progId="Equation.3">
                <p:embed/>
              </p:oleObj>
            </a:graphicData>
          </a:graphic>
        </p:graphicFrame>
        <p:grpSp>
          <p:nvGrpSpPr>
            <p:cNvPr id="46086" name="Group 20"/>
            <p:cNvGrpSpPr/>
            <p:nvPr/>
          </p:nvGrpSpPr>
          <p:grpSpPr>
            <a:xfrm>
              <a:off x="127" y="1823"/>
              <a:ext cx="5460" cy="451"/>
              <a:chOff x="127" y="1823"/>
              <a:chExt cx="5460" cy="451"/>
            </a:xfrm>
          </p:grpSpPr>
          <p:graphicFrame>
            <p:nvGraphicFramePr>
              <p:cNvPr id="46087" name="Object 8"/>
              <p:cNvGraphicFramePr>
                <a:graphicFrameLocks/>
              </p:cNvGraphicFramePr>
              <p:nvPr/>
            </p:nvGraphicFramePr>
            <p:xfrm>
              <a:off x="687" y="1823"/>
              <a:ext cx="1648" cy="451"/>
            </p:xfrm>
            <a:graphic>
              <a:graphicData uri="http://schemas.openxmlformats.org/presentationml/2006/ole">
                <p:oleObj spid="_x0000_s36867" r:id="rId6" imgW="24688800" imgH="6705600" progId="Equation.3">
                  <p:embed/>
                </p:oleObj>
              </a:graphicData>
            </a:graphic>
          </p:graphicFrame>
          <p:sp>
            <p:nvSpPr>
              <p:cNvPr id="46088" name="Text Box 9"/>
              <p:cNvSpPr txBox="1"/>
              <p:nvPr/>
            </p:nvSpPr>
            <p:spPr>
              <a:xfrm>
                <a:off x="127" y="1844"/>
                <a:ext cx="71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eaLnBrk="0" hangingPunct="0"/>
                <a:r>
                  <a:rPr lang="zh-CN" altLang="en-US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因为 </a:t>
                </a:r>
              </a:p>
            </p:txBody>
          </p:sp>
          <p:sp>
            <p:nvSpPr>
              <p:cNvPr id="46089" name="Text Box 10"/>
              <p:cNvSpPr txBox="1"/>
              <p:nvPr/>
            </p:nvSpPr>
            <p:spPr>
              <a:xfrm>
                <a:off x="2299" y="1886"/>
                <a:ext cx="3288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eaLnBrk="0" hangingPunct="0"/>
                <a:r>
                  <a:rPr lang="zh-CN" altLang="en-US" sz="28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zh-CN" altLang="en-US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不成立，令 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h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:= 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h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/2 = 1/4 ，</a:t>
                </a:r>
              </a:p>
            </p:txBody>
          </p:sp>
        </p:grpSp>
        <p:sp>
          <p:nvSpPr>
            <p:cNvPr id="46090" name="Text Box 12"/>
            <p:cNvSpPr txBox="1"/>
            <p:nvPr/>
          </p:nvSpPr>
          <p:spPr>
            <a:xfrm>
              <a:off x="140" y="2322"/>
              <a:ext cx="11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继续计算</a:t>
              </a:r>
            </a:p>
          </p:txBody>
        </p:sp>
        <p:sp>
          <p:nvSpPr>
            <p:cNvPr id="46091" name="Rectangle 15"/>
            <p:cNvSpPr/>
            <p:nvPr/>
          </p:nvSpPr>
          <p:spPr>
            <a:xfrm>
              <a:off x="1721" y="2379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。</a:t>
              </a:r>
            </a:p>
          </p:txBody>
        </p:sp>
      </p:grpSp>
      <p:graphicFrame>
        <p:nvGraphicFramePr>
          <p:cNvPr id="275473" name="Object 17"/>
          <p:cNvGraphicFramePr>
            <a:graphicFrameLocks/>
          </p:cNvGraphicFramePr>
          <p:nvPr/>
        </p:nvGraphicFramePr>
        <p:xfrm>
          <a:off x="4262438" y="488950"/>
          <a:ext cx="4132262" cy="1158875"/>
        </p:xfrm>
        <a:graphic>
          <a:graphicData uri="http://schemas.openxmlformats.org/presentationml/2006/ole">
            <p:oleObj spid="_x0000_s36868" r:id="rId7" imgW="41148000" imgH="11582400" progId="Equation.3">
              <p:embed/>
            </p:oleObj>
          </a:graphicData>
        </a:graphic>
      </p:graphicFrame>
      <p:graphicFrame>
        <p:nvGraphicFramePr>
          <p:cNvPr id="275474" name="Object 18"/>
          <p:cNvGraphicFramePr>
            <a:graphicFrameLocks/>
          </p:cNvGraphicFramePr>
          <p:nvPr/>
        </p:nvGraphicFramePr>
        <p:xfrm>
          <a:off x="804863" y="1582738"/>
          <a:ext cx="3887787" cy="1036637"/>
        </p:xfrm>
        <a:graphic>
          <a:graphicData uri="http://schemas.openxmlformats.org/presentationml/2006/ole">
            <p:oleObj spid="_x0000_s36869" r:id="rId8" imgW="38709600" imgH="10363200" progId="Equation.3">
              <p:embed/>
            </p:oleObj>
          </a:graphicData>
        </a:graphic>
      </p:graphicFrame>
      <p:graphicFrame>
        <p:nvGraphicFramePr>
          <p:cNvPr id="275475" name="Object 19"/>
          <p:cNvGraphicFramePr>
            <a:graphicFrameLocks/>
          </p:cNvGraphicFramePr>
          <p:nvPr/>
        </p:nvGraphicFramePr>
        <p:xfrm>
          <a:off x="4864100" y="1841500"/>
          <a:ext cx="2051050" cy="427038"/>
        </p:xfrm>
        <a:graphic>
          <a:graphicData uri="http://schemas.openxmlformats.org/presentationml/2006/ole">
            <p:oleObj spid="_x0000_s36870" r:id="rId9" imgW="20421600" imgH="426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85"/>
          <p:cNvGrpSpPr/>
          <p:nvPr/>
        </p:nvGrpSpPr>
        <p:grpSpPr>
          <a:xfrm>
            <a:off x="282575" y="793750"/>
            <a:ext cx="8556625" cy="3170238"/>
            <a:chOff x="258" y="180"/>
            <a:chExt cx="5390" cy="1997"/>
          </a:xfrm>
        </p:grpSpPr>
        <p:sp>
          <p:nvSpPr>
            <p:cNvPr id="47106" name="Line 40"/>
            <p:cNvSpPr/>
            <p:nvPr/>
          </p:nvSpPr>
          <p:spPr>
            <a:xfrm>
              <a:off x="274" y="2161"/>
              <a:ext cx="5310" cy="6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07" name="Line 41"/>
            <p:cNvSpPr/>
            <p:nvPr/>
          </p:nvSpPr>
          <p:spPr>
            <a:xfrm>
              <a:off x="258" y="184"/>
              <a:ext cx="5390" cy="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08" name="Line 42"/>
            <p:cNvSpPr/>
            <p:nvPr/>
          </p:nvSpPr>
          <p:spPr>
            <a:xfrm>
              <a:off x="258" y="478"/>
              <a:ext cx="5382" cy="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09" name="Text Box 43"/>
            <p:cNvSpPr txBox="1"/>
            <p:nvPr/>
          </p:nvSpPr>
          <p:spPr>
            <a:xfrm>
              <a:off x="446" y="186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0" name="Line 50"/>
            <p:cNvSpPr/>
            <p:nvPr/>
          </p:nvSpPr>
          <p:spPr>
            <a:xfrm>
              <a:off x="288" y="747"/>
              <a:ext cx="533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1" name="Line 51"/>
            <p:cNvSpPr/>
            <p:nvPr/>
          </p:nvSpPr>
          <p:spPr>
            <a:xfrm>
              <a:off x="283" y="1030"/>
              <a:ext cx="533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2" name="Line 52"/>
            <p:cNvSpPr/>
            <p:nvPr/>
          </p:nvSpPr>
          <p:spPr>
            <a:xfrm>
              <a:off x="281" y="1305"/>
              <a:ext cx="533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3" name="Line 53"/>
            <p:cNvSpPr/>
            <p:nvPr/>
          </p:nvSpPr>
          <p:spPr>
            <a:xfrm>
              <a:off x="286" y="1592"/>
              <a:ext cx="533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4" name="Line 54"/>
            <p:cNvSpPr/>
            <p:nvPr/>
          </p:nvSpPr>
          <p:spPr>
            <a:xfrm>
              <a:off x="288" y="1887"/>
              <a:ext cx="533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5" name="Line 55"/>
            <p:cNvSpPr/>
            <p:nvPr/>
          </p:nvSpPr>
          <p:spPr>
            <a:xfrm>
              <a:off x="920" y="187"/>
              <a:ext cx="0" cy="1979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6" name="Line 57"/>
            <p:cNvSpPr/>
            <p:nvPr/>
          </p:nvSpPr>
          <p:spPr>
            <a:xfrm>
              <a:off x="2882" y="198"/>
              <a:ext cx="0" cy="1979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7" name="Line 58"/>
            <p:cNvSpPr/>
            <p:nvPr/>
          </p:nvSpPr>
          <p:spPr>
            <a:xfrm>
              <a:off x="2913" y="197"/>
              <a:ext cx="0" cy="1979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8" name="Line 59"/>
            <p:cNvSpPr/>
            <p:nvPr/>
          </p:nvSpPr>
          <p:spPr>
            <a:xfrm>
              <a:off x="3614" y="197"/>
              <a:ext cx="0" cy="1979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9" name="Text Box 60"/>
            <p:cNvSpPr txBox="1"/>
            <p:nvPr/>
          </p:nvSpPr>
          <p:spPr>
            <a:xfrm>
              <a:off x="3168" y="189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0" name="Text Box 61"/>
            <p:cNvSpPr txBox="1"/>
            <p:nvPr/>
          </p:nvSpPr>
          <p:spPr>
            <a:xfrm>
              <a:off x="1742" y="180"/>
              <a:ext cx="3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 </a:t>
              </a:r>
              <a:r>
                <a:rPr lang="en-US" altLang="en-US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2400" i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endParaRPr lang="zh-CN" alt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1" name="Text Box 62"/>
            <p:cNvSpPr txBox="1"/>
            <p:nvPr/>
          </p:nvSpPr>
          <p:spPr>
            <a:xfrm>
              <a:off x="4514" y="182"/>
              <a:ext cx="3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 </a:t>
              </a:r>
              <a:r>
                <a:rPr lang="en-US" altLang="en-US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2400" i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endParaRPr lang="zh-CN" altLang="en-US" sz="2400" i="1" baseline="3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2" name="Text Box 63"/>
            <p:cNvSpPr txBox="1"/>
            <p:nvPr/>
          </p:nvSpPr>
          <p:spPr>
            <a:xfrm>
              <a:off x="440" y="4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3" name="Text Box 64"/>
            <p:cNvSpPr txBox="1"/>
            <p:nvPr/>
          </p:nvSpPr>
          <p:spPr>
            <a:xfrm>
              <a:off x="451" y="75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4" name="Text Box 65"/>
            <p:cNvSpPr txBox="1"/>
            <p:nvPr/>
          </p:nvSpPr>
          <p:spPr>
            <a:xfrm>
              <a:off x="458" y="103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5" name="Text Box 66"/>
            <p:cNvSpPr txBox="1"/>
            <p:nvPr/>
          </p:nvSpPr>
          <p:spPr>
            <a:xfrm>
              <a:off x="442" y="130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6" name="Text Box 67"/>
            <p:cNvSpPr txBox="1"/>
            <p:nvPr/>
          </p:nvSpPr>
          <p:spPr>
            <a:xfrm>
              <a:off x="434" y="159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7" name="Text Box 68"/>
            <p:cNvSpPr txBox="1"/>
            <p:nvPr/>
          </p:nvSpPr>
          <p:spPr>
            <a:xfrm>
              <a:off x="435" y="188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8" name="Text Box 69"/>
            <p:cNvSpPr txBox="1"/>
            <p:nvPr/>
          </p:nvSpPr>
          <p:spPr>
            <a:xfrm>
              <a:off x="3147" y="47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9" name="Text Box 70"/>
            <p:cNvSpPr txBox="1"/>
            <p:nvPr/>
          </p:nvSpPr>
          <p:spPr>
            <a:xfrm>
              <a:off x="3154" y="7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0" name="Text Box 71"/>
            <p:cNvSpPr txBox="1"/>
            <p:nvPr/>
          </p:nvSpPr>
          <p:spPr>
            <a:xfrm>
              <a:off x="3162" y="1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1" name="Text Box 72"/>
            <p:cNvSpPr txBox="1"/>
            <p:nvPr/>
          </p:nvSpPr>
          <p:spPr>
            <a:xfrm>
              <a:off x="3162" y="130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9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2" name="Text Box 73"/>
            <p:cNvSpPr txBox="1"/>
            <p:nvPr/>
          </p:nvSpPr>
          <p:spPr>
            <a:xfrm>
              <a:off x="3122" y="159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3" name="Text Box 74"/>
            <p:cNvSpPr txBox="1"/>
            <p:nvPr/>
          </p:nvSpPr>
          <p:spPr>
            <a:xfrm>
              <a:off x="1347" y="471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0.920 735 5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4" name="Text Box 75"/>
            <p:cNvSpPr txBox="1"/>
            <p:nvPr/>
          </p:nvSpPr>
          <p:spPr>
            <a:xfrm>
              <a:off x="1342" y="746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0.939 793 3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5" name="Text Box 76"/>
            <p:cNvSpPr txBox="1"/>
            <p:nvPr/>
          </p:nvSpPr>
          <p:spPr>
            <a:xfrm>
              <a:off x="1340" y="1019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0.944 513 5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6" name="Text Box 77"/>
            <p:cNvSpPr txBox="1"/>
            <p:nvPr/>
          </p:nvSpPr>
          <p:spPr>
            <a:xfrm>
              <a:off x="1348" y="1299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0.945 690 9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7" name="Text Box 78"/>
            <p:cNvSpPr txBox="1"/>
            <p:nvPr/>
          </p:nvSpPr>
          <p:spPr>
            <a:xfrm>
              <a:off x="1348" y="1595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0.945 985 0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8" name="Text Box 79"/>
            <p:cNvSpPr txBox="1"/>
            <p:nvPr/>
          </p:nvSpPr>
          <p:spPr>
            <a:xfrm>
              <a:off x="1349" y="1884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0.946 059 6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9" name="Text Box 80"/>
            <p:cNvSpPr txBox="1"/>
            <p:nvPr/>
          </p:nvSpPr>
          <p:spPr>
            <a:xfrm>
              <a:off x="4155" y="473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0.946 076 9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0" name="Text Box 81"/>
            <p:cNvSpPr txBox="1"/>
            <p:nvPr/>
          </p:nvSpPr>
          <p:spPr>
            <a:xfrm>
              <a:off x="4164" y="748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0.946 081 5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1" name="Text Box 82"/>
            <p:cNvSpPr txBox="1"/>
            <p:nvPr/>
          </p:nvSpPr>
          <p:spPr>
            <a:xfrm>
              <a:off x="4165" y="1021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0.946 082 7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2" name="Text Box 83"/>
            <p:cNvSpPr txBox="1"/>
            <p:nvPr/>
          </p:nvSpPr>
          <p:spPr>
            <a:xfrm>
              <a:off x="4173" y="1309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0.946 083 0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3" name="Text Box 84"/>
            <p:cNvSpPr txBox="1"/>
            <p:nvPr/>
          </p:nvSpPr>
          <p:spPr>
            <a:xfrm>
              <a:off x="4172" y="1597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0.946 083 1</a:t>
              </a:r>
              <a:endPara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1030" name="Text Box 86"/>
          <p:cNvSpPr txBox="1"/>
          <p:nvPr/>
        </p:nvSpPr>
        <p:spPr>
          <a:xfrm>
            <a:off x="239713" y="4156075"/>
            <a:ext cx="8677275" cy="18446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从上表可看出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将积分区间对分了10次, 求得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的近似值为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0.9460831 (积分精确值为0.9460831</a:t>
            </a:r>
            <a:r>
              <a:rPr lang="zh-CN" altLang="en-US" baseline="16000" dirty="0">
                <a:solidFill>
                  <a:schemeClr val="tx1"/>
                </a:solidFill>
                <a:latin typeface="Times New Roman" panose="02020603050405020304" pitchFamily="18" charset="0"/>
              </a:rPr>
              <a:t>. . .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), 可见收敛速度比较缓慢。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6615" name="AutoShape 71"/>
          <p:cNvSpPr/>
          <p:nvPr/>
        </p:nvSpPr>
        <p:spPr>
          <a:xfrm>
            <a:off x="5156200" y="1751013"/>
            <a:ext cx="3486150" cy="2278062"/>
          </a:xfrm>
          <a:prstGeom prst="wedgeRoundRectCallout">
            <a:avLst>
              <a:gd name="adj1" fmla="val -98222"/>
              <a:gd name="adj2" fmla="val 112926"/>
              <a:gd name="adj3" fmla="val 16667"/>
            </a:avLst>
          </a:prstGeom>
          <a:gradFill rotWithShape="1"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  <a:ea typeface="华文隶书" panose="02010800040101010101" pitchFamily="2" charset="-122"/>
              </a:rPr>
              <a:t>为了加速变步长梯形公式的收敛速度，我们采用外推策略。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23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30" grpId="0"/>
      <p:bldP spid="2366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6"/>
          <p:cNvSpPr>
            <a:spLocks noGrp="1"/>
          </p:cNvSpPr>
          <p:nvPr>
            <p:ph type="title"/>
          </p:nvPr>
        </p:nvSpPr>
        <p:spPr>
          <a:xfrm>
            <a:off x="242888" y="263525"/>
            <a:ext cx="7772400" cy="692150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sz="3600" b="1" u="none" dirty="0">
                <a:latin typeface="Times New Roman" panose="02020603050405020304" pitchFamily="18" charset="0"/>
              </a:rPr>
              <a:t>2. </a:t>
            </a:r>
            <a:r>
              <a:rPr lang="zh-CN" altLang="zh-CN" sz="3600" b="1" u="none" dirty="0">
                <a:latin typeface="Times New Roman" panose="02020603050405020304" pitchFamily="18" charset="0"/>
              </a:rPr>
              <a:t>Richardson外推算法</a:t>
            </a:r>
            <a:endParaRPr lang="zh-CN" altLang="en-US" sz="4000" b="1" u="none" dirty="0">
              <a:latin typeface="Times New Roman" panose="02020603050405020304" pitchFamily="18" charset="0"/>
            </a:endParaRPr>
          </a:p>
        </p:txBody>
      </p:sp>
      <p:sp>
        <p:nvSpPr>
          <p:cNvPr id="211975" name="Text Box 7"/>
          <p:cNvSpPr txBox="1"/>
          <p:nvPr/>
        </p:nvSpPr>
        <p:spPr>
          <a:xfrm>
            <a:off x="44450" y="971550"/>
            <a:ext cx="8832850" cy="9461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      若用一个步长为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的函数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去逼近问题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设其</a:t>
            </a:r>
          </a:p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截断误差可表示为</a:t>
            </a:r>
            <a:endParaRPr lang="zh-CN" altLang="en-US"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76200" y="4630738"/>
            <a:ext cx="8799513" cy="946150"/>
            <a:chOff x="58" y="1617"/>
            <a:chExt cx="5543" cy="596"/>
          </a:xfrm>
        </p:grpSpPr>
        <p:sp>
          <p:nvSpPr>
            <p:cNvPr id="49156" name="Text Box 9"/>
            <p:cNvSpPr txBox="1"/>
            <p:nvPr/>
          </p:nvSpPr>
          <p:spPr>
            <a:xfrm>
              <a:off x="58" y="1617"/>
              <a:ext cx="5543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  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为了提高逼近的精度，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选取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为满足                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正数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将上式(1)中的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换为 </a:t>
              </a:r>
              <a:r>
                <a:rPr lang="en-US" altLang="en-US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qh </a:t>
              </a:r>
              <a:r>
                <a:rPr lang="en-US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则有 </a:t>
              </a:r>
            </a:p>
          </p:txBody>
        </p:sp>
        <p:graphicFrame>
          <p:nvGraphicFramePr>
            <p:cNvPr id="49157" name="Object 25"/>
            <p:cNvGraphicFramePr>
              <a:graphicFrameLocks/>
            </p:cNvGraphicFramePr>
            <p:nvPr/>
          </p:nvGraphicFramePr>
          <p:xfrm>
            <a:off x="4252" y="1618"/>
            <a:ext cx="959" cy="346"/>
          </p:xfrm>
          <a:graphic>
            <a:graphicData uri="http://schemas.openxmlformats.org/presentationml/2006/ole">
              <p:oleObj spid="_x0000_s37889" r:id="rId4" imgW="15240000" imgH="5486400" progId="">
                <p:embed/>
              </p:oleObj>
            </a:graphicData>
          </a:graphic>
        </p:graphicFrame>
      </p:grpSp>
      <p:grpSp>
        <p:nvGrpSpPr>
          <p:cNvPr id="3" name="Group 31"/>
          <p:cNvGrpSpPr/>
          <p:nvPr/>
        </p:nvGrpSpPr>
        <p:grpSpPr>
          <a:xfrm>
            <a:off x="28575" y="2751138"/>
            <a:ext cx="7151688" cy="1177925"/>
            <a:chOff x="118" y="1693"/>
            <a:chExt cx="4505" cy="742"/>
          </a:xfrm>
        </p:grpSpPr>
        <p:sp>
          <p:nvSpPr>
            <p:cNvPr id="49159" name="Text Box 18"/>
            <p:cNvSpPr txBox="1"/>
            <p:nvPr/>
          </p:nvSpPr>
          <p:spPr>
            <a:xfrm>
              <a:off x="118" y="1719"/>
              <a:ext cx="6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49160" name="Object 23"/>
            <p:cNvGraphicFramePr>
              <a:graphicFrameLocks/>
            </p:cNvGraphicFramePr>
            <p:nvPr/>
          </p:nvGraphicFramePr>
          <p:xfrm>
            <a:off x="713" y="1693"/>
            <a:ext cx="1464" cy="367"/>
          </p:xfrm>
          <a:graphic>
            <a:graphicData uri="http://schemas.openxmlformats.org/presentationml/2006/ole">
              <p:oleObj spid="_x0000_s37890" r:id="rId5" imgW="23469600" imgH="5791200" progId="Equation.3">
                <p:embed/>
              </p:oleObj>
            </a:graphicData>
          </a:graphic>
        </p:graphicFrame>
        <p:sp>
          <p:nvSpPr>
            <p:cNvPr id="49161" name="Text Box 22"/>
            <p:cNvSpPr txBox="1"/>
            <p:nvPr/>
          </p:nvSpPr>
          <p:spPr>
            <a:xfrm>
              <a:off x="2260" y="1731"/>
              <a:ext cx="2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是与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无关的常数,并且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49162" name="Object 24"/>
            <p:cNvGraphicFramePr>
              <a:graphicFrameLocks/>
            </p:cNvGraphicFramePr>
            <p:nvPr/>
          </p:nvGraphicFramePr>
          <p:xfrm>
            <a:off x="906" y="2088"/>
            <a:ext cx="3006" cy="347"/>
          </p:xfrm>
          <a:graphic>
            <a:graphicData uri="http://schemas.openxmlformats.org/presentationml/2006/ole">
              <p:oleObj spid="_x0000_s37891" r:id="rId6" imgW="47548800" imgH="5486400" progId="Equation.3">
                <p:embed/>
              </p:oleObj>
            </a:graphicData>
          </a:graphic>
        </p:graphicFrame>
        <p:sp>
          <p:nvSpPr>
            <p:cNvPr id="49163" name="Rectangle 25"/>
            <p:cNvSpPr/>
            <p:nvPr/>
          </p:nvSpPr>
          <p:spPr>
            <a:xfrm>
              <a:off x="3910" y="2107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，</a:t>
              </a:r>
            </a:p>
          </p:txBody>
        </p:sp>
      </p:grpSp>
      <p:grpSp>
        <p:nvGrpSpPr>
          <p:cNvPr id="4" name="Group 37"/>
          <p:cNvGrpSpPr/>
          <p:nvPr/>
        </p:nvGrpSpPr>
        <p:grpSpPr>
          <a:xfrm>
            <a:off x="1177925" y="1981200"/>
            <a:ext cx="7250113" cy="579438"/>
            <a:chOff x="742" y="1248"/>
            <a:chExt cx="4567" cy="365"/>
          </a:xfrm>
        </p:grpSpPr>
        <p:graphicFrame>
          <p:nvGraphicFramePr>
            <p:cNvPr id="49165" name="Object 22"/>
            <p:cNvGraphicFramePr>
              <a:graphicFrameLocks/>
            </p:cNvGraphicFramePr>
            <p:nvPr/>
          </p:nvGraphicFramePr>
          <p:xfrm>
            <a:off x="742" y="1249"/>
            <a:ext cx="4028" cy="364"/>
          </p:xfrm>
          <a:graphic>
            <a:graphicData uri="http://schemas.openxmlformats.org/presentationml/2006/ole">
              <p:oleObj spid="_x0000_s37892" r:id="rId7" imgW="63703200" imgH="5791200" progId="">
                <p:embed/>
              </p:oleObj>
            </a:graphicData>
          </a:graphic>
        </p:graphicFrame>
        <p:sp>
          <p:nvSpPr>
            <p:cNvPr id="49166" name="Text Box 27"/>
            <p:cNvSpPr txBox="1"/>
            <p:nvPr/>
          </p:nvSpPr>
          <p:spPr>
            <a:xfrm>
              <a:off x="4931" y="1248"/>
              <a:ext cx="3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(1)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Group 34"/>
          <p:cNvGrpSpPr/>
          <p:nvPr/>
        </p:nvGrpSpPr>
        <p:grpSpPr>
          <a:xfrm>
            <a:off x="88900" y="3962400"/>
            <a:ext cx="6261100" cy="554038"/>
            <a:chOff x="56" y="2526"/>
            <a:chExt cx="3944" cy="349"/>
          </a:xfrm>
        </p:grpSpPr>
        <p:grpSp>
          <p:nvGrpSpPr>
            <p:cNvPr id="49168" name="Group 32"/>
            <p:cNvGrpSpPr/>
            <p:nvPr/>
          </p:nvGrpSpPr>
          <p:grpSpPr>
            <a:xfrm>
              <a:off x="56" y="2526"/>
              <a:ext cx="3656" cy="349"/>
              <a:chOff x="56" y="2426"/>
              <a:chExt cx="3656" cy="349"/>
            </a:xfrm>
          </p:grpSpPr>
          <p:sp>
            <p:nvSpPr>
              <p:cNvPr id="49169" name="Text Box 26"/>
              <p:cNvSpPr txBox="1"/>
              <p:nvPr/>
            </p:nvSpPr>
            <p:spPr>
              <a:xfrm>
                <a:off x="56" y="2426"/>
                <a:ext cx="306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eaLnBrk="0" hangingPunct="0"/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由 (1) 可知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8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逼近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的误差为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</a:t>
                </a:r>
              </a:p>
            </p:txBody>
          </p:sp>
          <p:graphicFrame>
            <p:nvGraphicFramePr>
              <p:cNvPr id="49170" name="Object 21"/>
              <p:cNvGraphicFramePr>
                <a:graphicFrameLocks/>
              </p:cNvGraphicFramePr>
              <p:nvPr/>
            </p:nvGraphicFramePr>
            <p:xfrm>
              <a:off x="3041" y="2428"/>
              <a:ext cx="671" cy="347"/>
            </p:xfrm>
            <a:graphic>
              <a:graphicData uri="http://schemas.openxmlformats.org/presentationml/2006/ole">
                <p:oleObj spid="_x0000_s37893" r:id="rId8" imgW="10668000" imgH="5486400" progId="Equation.3">
                  <p:embed/>
                </p:oleObj>
              </a:graphicData>
            </a:graphic>
          </p:graphicFrame>
        </p:grpSp>
        <p:sp>
          <p:nvSpPr>
            <p:cNvPr id="49171" name="Rectangle 33"/>
            <p:cNvSpPr/>
            <p:nvPr/>
          </p:nvSpPr>
          <p:spPr>
            <a:xfrm>
              <a:off x="3660" y="2537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。</a:t>
              </a:r>
            </a:p>
          </p:txBody>
        </p:sp>
      </p:grpSp>
      <p:grpSp>
        <p:nvGrpSpPr>
          <p:cNvPr id="7" name="Group 36"/>
          <p:cNvGrpSpPr/>
          <p:nvPr/>
        </p:nvGrpSpPr>
        <p:grpSpPr>
          <a:xfrm>
            <a:off x="465138" y="5673725"/>
            <a:ext cx="8004175" cy="584200"/>
            <a:chOff x="293" y="3644"/>
            <a:chExt cx="5042" cy="368"/>
          </a:xfrm>
        </p:grpSpPr>
        <p:graphicFrame>
          <p:nvGraphicFramePr>
            <p:cNvPr id="49173" name="Object 20"/>
            <p:cNvGraphicFramePr>
              <a:graphicFrameLocks/>
            </p:cNvGraphicFramePr>
            <p:nvPr/>
          </p:nvGraphicFramePr>
          <p:xfrm>
            <a:off x="293" y="3677"/>
            <a:ext cx="4561" cy="335"/>
          </p:xfrm>
          <a:graphic>
            <a:graphicData uri="http://schemas.openxmlformats.org/presentationml/2006/ole">
              <p:oleObj spid="_x0000_s37894" r:id="rId9" imgW="78333600" imgH="5791200" progId="">
                <p:embed/>
              </p:oleObj>
            </a:graphicData>
          </a:graphic>
        </p:graphicFrame>
        <p:sp>
          <p:nvSpPr>
            <p:cNvPr id="49174" name="Text Box 35"/>
            <p:cNvSpPr txBox="1"/>
            <p:nvPr/>
          </p:nvSpPr>
          <p:spPr>
            <a:xfrm>
              <a:off x="4957" y="3644"/>
              <a:ext cx="3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(2)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graphicFrame>
        <p:nvGraphicFramePr>
          <p:cNvPr id="389122" name="Object 2"/>
          <p:cNvGraphicFramePr>
            <a:graphicFrameLocks/>
          </p:cNvGraphicFramePr>
          <p:nvPr/>
        </p:nvGraphicFramePr>
        <p:xfrm>
          <a:off x="136525" y="4205288"/>
          <a:ext cx="8885238" cy="998537"/>
        </p:xfrm>
        <a:graphic>
          <a:graphicData uri="http://schemas.openxmlformats.org/presentationml/2006/ole">
            <p:oleObj spid="_x0000_s38913" r:id="rId4" imgW="94488000" imgH="10668000" progId="">
              <p:embed/>
            </p:oleObj>
          </a:graphicData>
        </a:graphic>
      </p:graphicFrame>
      <p:sp>
        <p:nvSpPr>
          <p:cNvPr id="276488" name="Text Box 8"/>
          <p:cNvSpPr txBox="1"/>
          <p:nvPr/>
        </p:nvSpPr>
        <p:spPr>
          <a:xfrm>
            <a:off x="79375" y="3549650"/>
            <a:ext cx="27305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(2) 式减上式</a:t>
            </a:r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得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128588" y="2012950"/>
            <a:ext cx="8266112" cy="1317625"/>
            <a:chOff x="81" y="808"/>
            <a:chExt cx="5207" cy="830"/>
          </a:xfrm>
        </p:grpSpPr>
        <p:sp>
          <p:nvSpPr>
            <p:cNvPr id="50181" name="Text Box 9"/>
            <p:cNvSpPr txBox="1"/>
            <p:nvPr/>
          </p:nvSpPr>
          <p:spPr>
            <a:xfrm>
              <a:off x="81" y="812"/>
              <a:ext cx="17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式(1)两端同乘以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50182" name="Object 5"/>
            <p:cNvGraphicFramePr>
              <a:graphicFrameLocks/>
            </p:cNvGraphicFramePr>
            <p:nvPr/>
          </p:nvGraphicFramePr>
          <p:xfrm>
            <a:off x="1833" y="808"/>
            <a:ext cx="308" cy="331"/>
          </p:xfrm>
          <a:graphic>
            <a:graphicData uri="http://schemas.openxmlformats.org/presentationml/2006/ole">
              <p:oleObj spid="_x0000_s38914" r:id="rId5" imgW="5181600" imgH="5486400" progId="Equation.3">
                <p:embed/>
              </p:oleObj>
            </a:graphicData>
          </a:graphic>
        </p:graphicFrame>
        <p:sp>
          <p:nvSpPr>
            <p:cNvPr id="50183" name="Text Box 12"/>
            <p:cNvSpPr txBox="1"/>
            <p:nvPr/>
          </p:nvSpPr>
          <p:spPr>
            <a:xfrm>
              <a:off x="2120" y="835"/>
              <a:ext cx="4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得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50184" name="Object 6"/>
            <p:cNvGraphicFramePr>
              <a:graphicFrameLocks/>
            </p:cNvGraphicFramePr>
            <p:nvPr/>
          </p:nvGraphicFramePr>
          <p:xfrm>
            <a:off x="346" y="1273"/>
            <a:ext cx="4942" cy="365"/>
          </p:xfrm>
          <a:graphic>
            <a:graphicData uri="http://schemas.openxmlformats.org/presentationml/2006/ole">
              <p:oleObj spid="_x0000_s38915" r:id="rId6" imgW="79552800" imgH="5791200" progId="Equation.3">
                <p:embed/>
              </p:oleObj>
            </a:graphicData>
          </a:graphic>
        </p:graphicFrame>
      </p:grpSp>
      <p:grpSp>
        <p:nvGrpSpPr>
          <p:cNvPr id="50185" name="Group 23"/>
          <p:cNvGrpSpPr/>
          <p:nvPr/>
        </p:nvGrpSpPr>
        <p:grpSpPr>
          <a:xfrm>
            <a:off x="227013" y="552450"/>
            <a:ext cx="8013700" cy="1339850"/>
            <a:chOff x="143" y="348"/>
            <a:chExt cx="5048" cy="844"/>
          </a:xfrm>
        </p:grpSpPr>
        <p:grpSp>
          <p:nvGrpSpPr>
            <p:cNvPr id="50186" name="Group 17"/>
            <p:cNvGrpSpPr/>
            <p:nvPr/>
          </p:nvGrpSpPr>
          <p:grpSpPr>
            <a:xfrm>
              <a:off x="182" y="348"/>
              <a:ext cx="4965" cy="365"/>
              <a:chOff x="742" y="1248"/>
              <a:chExt cx="4965" cy="365"/>
            </a:xfrm>
          </p:grpSpPr>
          <p:graphicFrame>
            <p:nvGraphicFramePr>
              <p:cNvPr id="50187" name="Object 4"/>
              <p:cNvGraphicFramePr>
                <a:graphicFrameLocks/>
              </p:cNvGraphicFramePr>
              <p:nvPr/>
            </p:nvGraphicFramePr>
            <p:xfrm>
              <a:off x="742" y="1249"/>
              <a:ext cx="4028" cy="364"/>
            </p:xfrm>
            <a:graphic>
              <a:graphicData uri="http://schemas.openxmlformats.org/presentationml/2006/ole">
                <p:oleObj spid="_x0000_s38916" r:id="rId7" imgW="63703200" imgH="5791200" progId="">
                  <p:embed/>
                </p:oleObj>
              </a:graphicData>
            </a:graphic>
          </p:graphicFrame>
          <p:sp>
            <p:nvSpPr>
              <p:cNvPr id="50188" name="Text Box 19"/>
              <p:cNvSpPr txBox="1"/>
              <p:nvPr/>
            </p:nvSpPr>
            <p:spPr>
              <a:xfrm>
                <a:off x="4931" y="1248"/>
                <a:ext cx="776" cy="333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50000">
                    <a:schemeClr val="accent1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>
                <a:spAutoFit/>
              </a:bodyPr>
              <a:lstStyle/>
              <a:p>
                <a:pPr eaLnBrk="0" hangingPunct="0">
                  <a:buSzTx/>
                </a:pPr>
                <a:r>
                  <a:rPr lang="zh-CN" altLang="en-US" sz="2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  (1)</a:t>
                </a:r>
              </a:p>
            </p:txBody>
          </p:sp>
        </p:grpSp>
        <p:grpSp>
          <p:nvGrpSpPr>
            <p:cNvPr id="50189" name="Group 20"/>
            <p:cNvGrpSpPr/>
            <p:nvPr/>
          </p:nvGrpSpPr>
          <p:grpSpPr>
            <a:xfrm>
              <a:off x="143" y="824"/>
              <a:ext cx="5048" cy="368"/>
              <a:chOff x="293" y="3644"/>
              <a:chExt cx="5048" cy="368"/>
            </a:xfrm>
          </p:grpSpPr>
          <p:graphicFrame>
            <p:nvGraphicFramePr>
              <p:cNvPr id="50190" name="Object 3"/>
              <p:cNvGraphicFramePr>
                <a:graphicFrameLocks/>
              </p:cNvGraphicFramePr>
              <p:nvPr/>
            </p:nvGraphicFramePr>
            <p:xfrm>
              <a:off x="293" y="3677"/>
              <a:ext cx="4561" cy="335"/>
            </p:xfrm>
            <a:graphic>
              <a:graphicData uri="http://schemas.openxmlformats.org/presentationml/2006/ole">
                <p:oleObj spid="_x0000_s38917" r:id="rId8" imgW="78333600" imgH="5791200" progId="">
                  <p:embed/>
                </p:oleObj>
              </a:graphicData>
            </a:graphic>
          </p:graphicFrame>
          <p:sp>
            <p:nvSpPr>
              <p:cNvPr id="50191" name="Text Box 22"/>
              <p:cNvSpPr txBox="1"/>
              <p:nvPr/>
            </p:nvSpPr>
            <p:spPr>
              <a:xfrm>
                <a:off x="4957" y="3644"/>
                <a:ext cx="384" cy="333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50000">
                    <a:schemeClr val="accent1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>
                <a:spAutoFit/>
              </a:bodyPr>
              <a:lstStyle/>
              <a:p>
                <a:pPr eaLnBrk="0" hangingPunct="0">
                  <a:buSzTx/>
                </a:pPr>
                <a:r>
                  <a:rPr lang="zh-CN" altLang="en-US" sz="2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(2)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graphicFrame>
        <p:nvGraphicFramePr>
          <p:cNvPr id="388098" name="Object 2"/>
          <p:cNvGraphicFramePr>
            <a:graphicFrameLocks/>
          </p:cNvGraphicFramePr>
          <p:nvPr/>
        </p:nvGraphicFramePr>
        <p:xfrm>
          <a:off x="136525" y="458788"/>
          <a:ext cx="8885238" cy="998537"/>
        </p:xfrm>
        <a:graphic>
          <a:graphicData uri="http://schemas.openxmlformats.org/presentationml/2006/ole">
            <p:oleObj spid="_x0000_s39937" r:id="rId4" imgW="94488000" imgH="10668000" progId="">
              <p:embed/>
            </p:oleObj>
          </a:graphicData>
        </a:graphic>
      </p:graphicFrame>
      <p:grpSp>
        <p:nvGrpSpPr>
          <p:cNvPr id="2" name="Group 34"/>
          <p:cNvGrpSpPr/>
          <p:nvPr/>
        </p:nvGrpSpPr>
        <p:grpSpPr>
          <a:xfrm>
            <a:off x="333375" y="5313363"/>
            <a:ext cx="4932363" cy="560387"/>
            <a:chOff x="210" y="3587"/>
            <a:chExt cx="3107" cy="353"/>
          </a:xfrm>
        </p:grpSpPr>
        <p:sp>
          <p:nvSpPr>
            <p:cNvPr id="51204" name="Text Box 6"/>
            <p:cNvSpPr txBox="1"/>
            <p:nvPr/>
          </p:nvSpPr>
          <p:spPr>
            <a:xfrm>
              <a:off x="210" y="3587"/>
              <a:ext cx="2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则 </a:t>
              </a:r>
              <a:r>
                <a:rPr lang="en-US" altLang="en-US" sz="2800" i="1" dirty="0">
                  <a:latin typeface="Times New Roman" panose="02020603050405020304" pitchFamily="18" charset="0"/>
                </a:rPr>
                <a:t>I</a:t>
              </a:r>
              <a:r>
                <a:rPr lang="en-US" altLang="en-US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en-US" sz="28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2800" i="1" dirty="0">
                  <a:latin typeface="Times New Roman" panose="02020603050405020304" pitchFamily="18" charset="0"/>
                </a:rPr>
                <a:t>h</a:t>
              </a:r>
              <a:r>
                <a:rPr lang="en-US" altLang="en-US" sz="2800" dirty="0">
                  <a:latin typeface="Times New Roman" panose="02020603050405020304" pitchFamily="18" charset="0"/>
                </a:rPr>
                <a:t>)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逼近</a:t>
              </a:r>
              <a:r>
                <a:rPr lang="en-US" altLang="en-US" sz="2800" i="1" dirty="0">
                  <a:latin typeface="Times New Roman" panose="02020603050405020304" pitchFamily="18" charset="0"/>
                </a:rPr>
                <a:t>I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误差降为</a:t>
              </a:r>
              <a:endParaRPr lang="zh-CN" altLang="zh-CN" sz="20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51205" name="Object 7"/>
            <p:cNvGraphicFramePr>
              <a:graphicFrameLocks/>
            </p:cNvGraphicFramePr>
            <p:nvPr/>
          </p:nvGraphicFramePr>
          <p:xfrm>
            <a:off x="2551" y="3595"/>
            <a:ext cx="766" cy="345"/>
          </p:xfrm>
          <a:graphic>
            <a:graphicData uri="http://schemas.openxmlformats.org/presentationml/2006/ole">
              <p:oleObj spid="_x0000_s39938" r:id="rId5" imgW="12192000" imgH="5486400" progId="">
                <p:embed/>
              </p:oleObj>
            </a:graphicData>
          </a:graphic>
        </p:graphicFrame>
      </p:grpSp>
      <p:grpSp>
        <p:nvGrpSpPr>
          <p:cNvPr id="3" name="Group 30"/>
          <p:cNvGrpSpPr/>
          <p:nvPr/>
        </p:nvGrpSpPr>
        <p:grpSpPr>
          <a:xfrm>
            <a:off x="317500" y="1468438"/>
            <a:ext cx="8529638" cy="2854325"/>
            <a:chOff x="0" y="925"/>
            <a:chExt cx="5373" cy="1798"/>
          </a:xfrm>
        </p:grpSpPr>
        <p:graphicFrame>
          <p:nvGraphicFramePr>
            <p:cNvPr id="51207" name="Object 4"/>
            <p:cNvGraphicFramePr>
              <a:graphicFrameLocks/>
            </p:cNvGraphicFramePr>
            <p:nvPr/>
          </p:nvGraphicFramePr>
          <p:xfrm>
            <a:off x="899" y="925"/>
            <a:ext cx="2174" cy="642"/>
          </p:xfrm>
          <a:graphic>
            <a:graphicData uri="http://schemas.openxmlformats.org/presentationml/2006/ole">
              <p:oleObj spid="_x0000_s39939" r:id="rId6" imgW="35966400" imgH="10668000" progId="">
                <p:embed/>
              </p:oleObj>
            </a:graphicData>
          </a:graphic>
        </p:graphicFrame>
        <p:graphicFrame>
          <p:nvGraphicFramePr>
            <p:cNvPr id="51208" name="Object 5"/>
            <p:cNvGraphicFramePr>
              <a:graphicFrameLocks/>
            </p:cNvGraphicFramePr>
            <p:nvPr/>
          </p:nvGraphicFramePr>
          <p:xfrm>
            <a:off x="595" y="1581"/>
            <a:ext cx="4205" cy="673"/>
          </p:xfrm>
          <a:graphic>
            <a:graphicData uri="http://schemas.openxmlformats.org/presentationml/2006/ole">
              <p:oleObj spid="_x0000_s39940" r:id="rId7" imgW="66141600" imgH="10668000" progId="Equation.3">
                <p:embed/>
              </p:oleObj>
            </a:graphicData>
          </a:graphic>
        </p:graphicFrame>
        <p:sp>
          <p:nvSpPr>
            <p:cNvPr id="51209" name="Text Box 24"/>
            <p:cNvSpPr txBox="1"/>
            <p:nvPr/>
          </p:nvSpPr>
          <p:spPr>
            <a:xfrm>
              <a:off x="382" y="1064"/>
              <a:ext cx="372" cy="36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令</a:t>
              </a:r>
            </a:p>
          </p:txBody>
        </p:sp>
        <p:sp>
          <p:nvSpPr>
            <p:cNvPr id="51210" name="Rectangle 27"/>
            <p:cNvSpPr/>
            <p:nvPr/>
          </p:nvSpPr>
          <p:spPr>
            <a:xfrm>
              <a:off x="0" y="2368"/>
              <a:ext cx="5373" cy="327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anchor="t">
              <a:spAutoFit/>
            </a:bodyPr>
            <a:lstStyle/>
            <a:p>
              <a:pPr algn="just"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                               是与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无关的常数,则有</a:t>
              </a:r>
              <a:endParaRPr lang="zh-CN" altLang="en-US" sz="5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211" name="Object 6"/>
            <p:cNvGraphicFramePr>
              <a:graphicFrameLocks/>
            </p:cNvGraphicFramePr>
            <p:nvPr/>
          </p:nvGraphicFramePr>
          <p:xfrm>
            <a:off x="610" y="2372"/>
            <a:ext cx="1478" cy="351"/>
          </p:xfrm>
          <a:graphic>
            <a:graphicData uri="http://schemas.openxmlformats.org/presentationml/2006/ole">
              <p:oleObj spid="_x0000_s39941" r:id="rId8" imgW="24688800" imgH="5791200" progId="Equation.3">
                <p:embed/>
              </p:oleObj>
            </a:graphicData>
          </a:graphic>
        </p:graphicFrame>
      </p:grpSp>
      <p:grpSp>
        <p:nvGrpSpPr>
          <p:cNvPr id="4" name="Group 32"/>
          <p:cNvGrpSpPr/>
          <p:nvPr/>
        </p:nvGrpSpPr>
        <p:grpSpPr>
          <a:xfrm>
            <a:off x="741363" y="4614863"/>
            <a:ext cx="7434262" cy="592137"/>
            <a:chOff x="407" y="2907"/>
            <a:chExt cx="4683" cy="373"/>
          </a:xfrm>
        </p:grpSpPr>
        <p:graphicFrame>
          <p:nvGraphicFramePr>
            <p:cNvPr id="51213" name="Object 3"/>
            <p:cNvGraphicFramePr>
              <a:graphicFrameLocks/>
            </p:cNvGraphicFramePr>
            <p:nvPr/>
          </p:nvGraphicFramePr>
          <p:xfrm>
            <a:off x="407" y="2913"/>
            <a:ext cx="4255" cy="367"/>
          </p:xfrm>
          <a:graphic>
            <a:graphicData uri="http://schemas.openxmlformats.org/presentationml/2006/ole">
              <p:oleObj spid="_x0000_s39942" r:id="rId9" imgW="67970400" imgH="5791200" progId="Equation.3">
                <p:embed/>
              </p:oleObj>
            </a:graphicData>
          </a:graphic>
        </p:graphicFrame>
        <p:sp>
          <p:nvSpPr>
            <p:cNvPr id="51214" name="Rectangle 31"/>
            <p:cNvSpPr/>
            <p:nvPr/>
          </p:nvSpPr>
          <p:spPr>
            <a:xfrm>
              <a:off x="4750" y="2907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，</a:t>
              </a:r>
            </a:p>
          </p:txBody>
        </p:sp>
      </p:grpSp>
      <p:sp>
        <p:nvSpPr>
          <p:cNvPr id="277539" name="Text Box 35"/>
          <p:cNvSpPr txBox="1"/>
          <p:nvPr/>
        </p:nvSpPr>
        <p:spPr>
          <a:xfrm>
            <a:off x="908050" y="5976938"/>
            <a:ext cx="19621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如此继续。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3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/>
          <p:nvPr/>
        </p:nvGrpSpPr>
        <p:grpSpPr>
          <a:xfrm>
            <a:off x="106363" y="157163"/>
            <a:ext cx="8724900" cy="957262"/>
            <a:chOff x="67" y="99"/>
            <a:chExt cx="5496" cy="603"/>
          </a:xfrm>
        </p:grpSpPr>
        <p:sp>
          <p:nvSpPr>
            <p:cNvPr id="52226" name="Text Box 6"/>
            <p:cNvSpPr txBox="1"/>
            <p:nvPr/>
          </p:nvSpPr>
          <p:spPr>
            <a:xfrm>
              <a:off x="67" y="106"/>
              <a:ext cx="549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一般地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 选取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为满足                                        的正数,</a:t>
              </a:r>
            </a:p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由此得到序列</a:t>
              </a:r>
            </a:p>
          </p:txBody>
        </p:sp>
        <p:graphicFrame>
          <p:nvGraphicFramePr>
            <p:cNvPr id="52227" name="Object 6"/>
            <p:cNvGraphicFramePr>
              <a:graphicFrameLocks/>
            </p:cNvGraphicFramePr>
            <p:nvPr/>
          </p:nvGraphicFramePr>
          <p:xfrm>
            <a:off x="2660" y="99"/>
            <a:ext cx="2058" cy="317"/>
          </p:xfrm>
          <a:graphic>
            <a:graphicData uri="http://schemas.openxmlformats.org/presentationml/2006/ole">
              <p:oleObj spid="_x0000_s40961" r:id="rId4" imgW="35661600" imgH="5486400" progId="">
                <p:embed/>
              </p:oleObj>
            </a:graphicData>
          </a:graphic>
        </p:graphicFrame>
      </p:grpSp>
      <p:graphicFrame>
        <p:nvGraphicFramePr>
          <p:cNvPr id="387074" name="Object 2"/>
          <p:cNvGraphicFramePr>
            <a:graphicFrameLocks/>
          </p:cNvGraphicFramePr>
          <p:nvPr/>
        </p:nvGraphicFramePr>
        <p:xfrm>
          <a:off x="1697038" y="906463"/>
          <a:ext cx="5686425" cy="976312"/>
        </p:xfrm>
        <a:graphic>
          <a:graphicData uri="http://schemas.openxmlformats.org/presentationml/2006/ole">
            <p:oleObj spid="_x0000_s40962" r:id="rId5" imgW="61874400" imgH="10668000" progId="">
              <p:embed/>
            </p:oleObj>
          </a:graphicData>
        </a:graphic>
      </p:graphicFrame>
      <p:sp>
        <p:nvSpPr>
          <p:cNvPr id="193545" name="Text Box 9"/>
          <p:cNvSpPr txBox="1"/>
          <p:nvPr/>
        </p:nvSpPr>
        <p:spPr>
          <a:xfrm>
            <a:off x="238125" y="2090738"/>
            <a:ext cx="72437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则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)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逼近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的误差由下面的定理给出。</a:t>
            </a:r>
            <a:endParaRPr lang="zh-CN" altLang="en-US" sz="20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93547" name="Text Box 11"/>
          <p:cNvSpPr txBox="1"/>
          <p:nvPr/>
        </p:nvSpPr>
        <p:spPr>
          <a:xfrm>
            <a:off x="207963" y="2746375"/>
            <a:ext cx="789749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定理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8.4.1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设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)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逼近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的截断误差由下式给出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87075" name="Object 3"/>
          <p:cNvGraphicFramePr>
            <a:graphicFrameLocks/>
          </p:cNvGraphicFramePr>
          <p:nvPr/>
        </p:nvGraphicFramePr>
        <p:xfrm>
          <a:off x="846138" y="3459163"/>
          <a:ext cx="6157912" cy="555625"/>
        </p:xfrm>
        <a:graphic>
          <a:graphicData uri="http://schemas.openxmlformats.org/presentationml/2006/ole">
            <p:oleObj spid="_x0000_s40963" r:id="rId6" imgW="63703200" imgH="5791200" progId="">
              <p:embed/>
            </p:oleObj>
          </a:graphicData>
        </a:graphic>
      </p:graphicFrame>
      <p:sp>
        <p:nvSpPr>
          <p:cNvPr id="193549" name="Text Box 13"/>
          <p:cNvSpPr txBox="1"/>
          <p:nvPr/>
        </p:nvSpPr>
        <p:spPr>
          <a:xfrm>
            <a:off x="238125" y="4178300"/>
            <a:ext cx="50212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则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)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逼近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的截断误差为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87076" name="Object 4"/>
          <p:cNvGraphicFramePr>
            <a:graphicFrameLocks/>
          </p:cNvGraphicFramePr>
          <p:nvPr/>
        </p:nvGraphicFramePr>
        <p:xfrm>
          <a:off x="935038" y="5030788"/>
          <a:ext cx="5530850" cy="552450"/>
        </p:xfrm>
        <a:graphic>
          <a:graphicData uri="http://schemas.openxmlformats.org/presentationml/2006/ole">
            <p:oleObj spid="_x0000_s40964" r:id="rId7" imgW="57607200" imgH="5791200" progId="">
              <p:embed/>
            </p:oleObj>
          </a:graphicData>
        </a:graphic>
      </p:graphicFrame>
      <p:grpSp>
        <p:nvGrpSpPr>
          <p:cNvPr id="3" name="Group 22"/>
          <p:cNvGrpSpPr/>
          <p:nvPr/>
        </p:nvGrpSpPr>
        <p:grpSpPr>
          <a:xfrm>
            <a:off x="209550" y="5653088"/>
            <a:ext cx="7623175" cy="534987"/>
            <a:chOff x="-8" y="3381"/>
            <a:chExt cx="4802" cy="337"/>
          </a:xfrm>
        </p:grpSpPr>
        <p:sp>
          <p:nvSpPr>
            <p:cNvPr id="52235" name="Text Box 16"/>
            <p:cNvSpPr txBox="1"/>
            <p:nvPr/>
          </p:nvSpPr>
          <p:spPr>
            <a:xfrm>
              <a:off x="-8" y="3381"/>
              <a:ext cx="48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其中                                 是与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无关的常数。</a:t>
              </a:r>
            </a:p>
          </p:txBody>
        </p:sp>
        <p:graphicFrame>
          <p:nvGraphicFramePr>
            <p:cNvPr id="52236" name="Object 5"/>
            <p:cNvGraphicFramePr>
              <a:graphicFrameLocks/>
            </p:cNvGraphicFramePr>
            <p:nvPr/>
          </p:nvGraphicFramePr>
          <p:xfrm>
            <a:off x="534" y="3385"/>
            <a:ext cx="2131" cy="333"/>
          </p:xfrm>
          <a:graphic>
            <a:graphicData uri="http://schemas.openxmlformats.org/presentationml/2006/ole">
              <p:oleObj spid="_x0000_s40965" r:id="rId8" imgW="36880800" imgH="5791200" progId="">
                <p:embed/>
              </p:oleObj>
            </a:graphicData>
          </a:graphic>
        </p:graphicFrame>
      </p:grpSp>
      <p:sp>
        <p:nvSpPr>
          <p:cNvPr id="193555" name="AutoShape 19"/>
          <p:cNvSpPr/>
          <p:nvPr/>
        </p:nvSpPr>
        <p:spPr>
          <a:xfrm>
            <a:off x="3590925" y="3255963"/>
            <a:ext cx="4916488" cy="2452687"/>
          </a:xfrm>
          <a:prstGeom prst="cloudCallout">
            <a:avLst>
              <a:gd name="adj1" fmla="val -82259"/>
              <a:gd name="adj2" fmla="val -488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这种利用序列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m+1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)}</a:t>
            </a:r>
          </a:p>
          <a:p>
            <a:pPr algn="ctr" eaLnBrk="0" hangingPunct="0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逐步加速去逼近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的方法</a:t>
            </a:r>
          </a:p>
          <a:p>
            <a:pPr algn="ctr" eaLnBrk="0" hangingPunct="0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称为</a:t>
            </a:r>
            <a:r>
              <a:rPr lang="en-US" altLang="en-US" sz="2800" b="1" dirty="0">
                <a:latin typeface="Times New Roman" panose="02020603050405020304" pitchFamily="18" charset="0"/>
              </a:rPr>
              <a:t>Richardson</a:t>
            </a:r>
            <a:r>
              <a:rPr lang="zh-CN" altLang="en-US" sz="2800" b="1" dirty="0">
                <a:latin typeface="Times New Roman" panose="02020603050405020304" pitchFamily="18" charset="0"/>
              </a:rPr>
              <a:t>外推算法</a:t>
            </a:r>
            <a:endParaRPr lang="zh-CN" alt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93560" name="AutoShape 24"/>
          <p:cNvSpPr/>
          <p:nvPr/>
        </p:nvSpPr>
        <p:spPr>
          <a:xfrm>
            <a:off x="5359400" y="1987550"/>
            <a:ext cx="2128838" cy="1130300"/>
          </a:xfrm>
          <a:prstGeom prst="wedgeRoundRectCallout">
            <a:avLst>
              <a:gd name="adj1" fmla="val -77667"/>
              <a:gd name="adj2" fmla="val -7457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 eaLnBrk="0" hangingPunct="0"/>
            <a:r>
              <a:rPr lang="en-US" altLang="en-US" sz="2800" b="1" dirty="0">
                <a:latin typeface="Times New Roman" panose="02020603050405020304" pitchFamily="18" charset="0"/>
              </a:rPr>
              <a:t>Richardson</a:t>
            </a:r>
            <a:r>
              <a:rPr lang="zh-CN" altLang="en-US" sz="2800" b="1" dirty="0">
                <a:latin typeface="Times New Roman" panose="02020603050405020304" pitchFamily="18" charset="0"/>
              </a:rPr>
              <a:t>外推公式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5" grpId="0"/>
      <p:bldP spid="193547" grpId="0"/>
      <p:bldP spid="193549" grpId="0"/>
      <p:bldP spid="193555" grpId="0" animBg="1"/>
      <p:bldP spid="19356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5"/>
          <p:cNvSpPr>
            <a:spLocks noGrp="1"/>
          </p:cNvSpPr>
          <p:nvPr>
            <p:ph type="title"/>
          </p:nvPr>
        </p:nvSpPr>
        <p:spPr>
          <a:xfrm>
            <a:off x="147638" y="206375"/>
            <a:ext cx="7772400" cy="615950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Romberg 算法</a:t>
            </a:r>
            <a:endParaRPr lang="zh-CN" altLang="en-US" sz="4000" b="1" u="none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92075" y="1031875"/>
            <a:ext cx="8874125" cy="1112838"/>
            <a:chOff x="110" y="530"/>
            <a:chExt cx="5590" cy="701"/>
          </a:xfrm>
        </p:grpSpPr>
        <p:sp>
          <p:nvSpPr>
            <p:cNvPr id="53251" name="Text Box 6"/>
            <p:cNvSpPr txBox="1"/>
            <p:nvPr/>
          </p:nvSpPr>
          <p:spPr>
            <a:xfrm>
              <a:off x="110" y="530"/>
              <a:ext cx="5590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 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Romberg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算法是利用变步长的梯形求积序列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0" hangingPunct="0"/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外推加速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来逼近积分真值的算法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endParaRPr lang="zh-CN" altLang="en-US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53252" name="Object 7"/>
            <p:cNvGraphicFramePr>
              <a:graphicFrameLocks/>
            </p:cNvGraphicFramePr>
            <p:nvPr/>
          </p:nvGraphicFramePr>
          <p:xfrm>
            <a:off x="124" y="836"/>
            <a:ext cx="560" cy="395"/>
          </p:xfrm>
          <a:graphic>
            <a:graphicData uri="http://schemas.openxmlformats.org/presentationml/2006/ole">
              <p:oleObj spid="_x0000_s41985" r:id="rId4" imgW="7924800" imgH="5791200" progId="">
                <p:embed/>
              </p:oleObj>
            </a:graphicData>
          </a:graphic>
        </p:graphicFrame>
      </p:grpSp>
      <p:grpSp>
        <p:nvGrpSpPr>
          <p:cNvPr id="3" name="Group 25"/>
          <p:cNvGrpSpPr/>
          <p:nvPr/>
        </p:nvGrpSpPr>
        <p:grpSpPr>
          <a:xfrm>
            <a:off x="782638" y="2043113"/>
            <a:ext cx="4389437" cy="857250"/>
            <a:chOff x="493" y="1239"/>
            <a:chExt cx="2765" cy="540"/>
          </a:xfrm>
        </p:grpSpPr>
        <p:sp>
          <p:nvSpPr>
            <p:cNvPr id="53254" name="Text Box 9"/>
            <p:cNvSpPr txBox="1"/>
            <p:nvPr/>
          </p:nvSpPr>
          <p:spPr>
            <a:xfrm>
              <a:off x="493" y="1269"/>
              <a:ext cx="11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考虑积分</a:t>
              </a:r>
            </a:p>
          </p:txBody>
        </p:sp>
        <p:graphicFrame>
          <p:nvGraphicFramePr>
            <p:cNvPr id="53255" name="Object 10"/>
            <p:cNvGraphicFramePr>
              <a:graphicFrameLocks/>
            </p:cNvGraphicFramePr>
            <p:nvPr/>
          </p:nvGraphicFramePr>
          <p:xfrm>
            <a:off x="1762" y="1239"/>
            <a:ext cx="1496" cy="540"/>
          </p:xfrm>
          <a:graphic>
            <a:graphicData uri="http://schemas.openxmlformats.org/presentationml/2006/ole">
              <p:oleObj spid="_x0000_s41986" r:id="rId5" imgW="21945600" imgH="7924800" progId="">
                <p:embed/>
              </p:oleObj>
            </a:graphicData>
          </a:graphic>
        </p:graphicFrame>
      </p:grpSp>
      <p:grpSp>
        <p:nvGrpSpPr>
          <p:cNvPr id="4" name="Group 26"/>
          <p:cNvGrpSpPr/>
          <p:nvPr/>
        </p:nvGrpSpPr>
        <p:grpSpPr>
          <a:xfrm>
            <a:off x="165100" y="2746375"/>
            <a:ext cx="7493000" cy="1709738"/>
            <a:chOff x="104" y="1698"/>
            <a:chExt cx="4720" cy="1077"/>
          </a:xfrm>
        </p:grpSpPr>
        <p:sp>
          <p:nvSpPr>
            <p:cNvPr id="53257" name="Text Box 11"/>
            <p:cNvSpPr txBox="1"/>
            <p:nvPr/>
          </p:nvSpPr>
          <p:spPr>
            <a:xfrm>
              <a:off x="104" y="1698"/>
              <a:ext cx="216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由复化梯形公式有</a:t>
              </a:r>
            </a:p>
          </p:txBody>
        </p:sp>
        <p:graphicFrame>
          <p:nvGraphicFramePr>
            <p:cNvPr id="53258" name="Object 12"/>
            <p:cNvGraphicFramePr>
              <a:graphicFrameLocks/>
            </p:cNvGraphicFramePr>
            <p:nvPr/>
          </p:nvGraphicFramePr>
          <p:xfrm>
            <a:off x="1018" y="2068"/>
            <a:ext cx="3806" cy="707"/>
          </p:xfrm>
          <a:graphic>
            <a:graphicData uri="http://schemas.openxmlformats.org/presentationml/2006/ole">
              <p:oleObj spid="_x0000_s41987" r:id="rId6" imgW="55473600" imgH="10363200" progId="">
                <p:embed/>
              </p:oleObj>
            </a:graphicData>
          </a:graphic>
        </p:graphicFrame>
      </p:grpSp>
      <p:grpSp>
        <p:nvGrpSpPr>
          <p:cNvPr id="5" name="Group 24"/>
          <p:cNvGrpSpPr/>
          <p:nvPr/>
        </p:nvGrpSpPr>
        <p:grpSpPr>
          <a:xfrm>
            <a:off x="196850" y="4344988"/>
            <a:ext cx="7324725" cy="1760537"/>
            <a:chOff x="124" y="2737"/>
            <a:chExt cx="4614" cy="1109"/>
          </a:xfrm>
        </p:grpSpPr>
        <p:sp>
          <p:nvSpPr>
            <p:cNvPr id="53260" name="Text Box 13"/>
            <p:cNvSpPr txBox="1"/>
            <p:nvPr/>
          </p:nvSpPr>
          <p:spPr>
            <a:xfrm>
              <a:off x="124" y="2737"/>
              <a:ext cx="459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现在将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记为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 </a:t>
              </a:r>
              <a:r>
                <a:rPr lang="zh-CN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2n</a:t>
              </a:r>
              <a:r>
                <a:rPr lang="en-US" altLang="zh-CN" baseline="-250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为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/2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且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3261" name="Object 14"/>
            <p:cNvGraphicFramePr>
              <a:graphicFrameLocks/>
            </p:cNvGraphicFramePr>
            <p:nvPr/>
          </p:nvGraphicFramePr>
          <p:xfrm>
            <a:off x="1038" y="3139"/>
            <a:ext cx="3700" cy="707"/>
          </p:xfrm>
          <a:graphic>
            <a:graphicData uri="http://schemas.openxmlformats.org/presentationml/2006/ole">
              <p:oleObj spid="_x0000_s41988" r:id="rId7" imgW="53949600" imgH="10363200" progId="">
                <p:embed/>
              </p:oleObj>
            </a:graphicData>
          </a:graphic>
        </p:graphicFrame>
      </p:grpSp>
      <p:graphicFrame>
        <p:nvGraphicFramePr>
          <p:cNvPr id="194589" name="Object 29"/>
          <p:cNvGraphicFramePr>
            <a:graphicFrameLocks/>
          </p:cNvGraphicFramePr>
          <p:nvPr/>
        </p:nvGraphicFramePr>
        <p:xfrm>
          <a:off x="5078413" y="38100"/>
          <a:ext cx="3735387" cy="1065213"/>
        </p:xfrm>
        <a:graphic>
          <a:graphicData uri="http://schemas.openxmlformats.org/presentationml/2006/ole">
            <p:oleObj spid="_x0000_s41989" r:id="rId8" imgW="37185600" imgH="10668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91" name="Text Box 7"/>
          <p:cNvSpPr txBox="1"/>
          <p:nvPr/>
        </p:nvSpPr>
        <p:spPr>
          <a:xfrm>
            <a:off x="204788" y="119063"/>
            <a:ext cx="8939212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     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设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在区间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]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上任意次可微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根据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Euler-Maclaurin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公式有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86050" name="Object 2"/>
          <p:cNvGraphicFramePr>
            <a:graphicFrameLocks/>
          </p:cNvGraphicFramePr>
          <p:nvPr/>
        </p:nvGraphicFramePr>
        <p:xfrm>
          <a:off x="1336675" y="177800"/>
          <a:ext cx="6632575" cy="623888"/>
        </p:xfrm>
        <a:graphic>
          <a:graphicData uri="http://schemas.openxmlformats.org/presentationml/2006/ole">
            <p:oleObj spid="_x0000_s43009" r:id="rId4" imgW="58826400" imgH="5791200" progId="">
              <p:embed/>
            </p:oleObj>
          </a:graphicData>
        </a:graphic>
      </p:graphicFrame>
      <p:grpSp>
        <p:nvGrpSpPr>
          <p:cNvPr id="2" name="Group 39"/>
          <p:cNvGrpSpPr/>
          <p:nvPr/>
        </p:nvGrpSpPr>
        <p:grpSpPr>
          <a:xfrm>
            <a:off x="174625" y="1406525"/>
            <a:ext cx="6351588" cy="544513"/>
            <a:chOff x="0" y="916"/>
            <a:chExt cx="4001" cy="343"/>
          </a:xfrm>
        </p:grpSpPr>
        <p:sp>
          <p:nvSpPr>
            <p:cNvPr id="54276" name="Rectangle 10"/>
            <p:cNvSpPr/>
            <p:nvPr/>
          </p:nvSpPr>
          <p:spPr>
            <a:xfrm>
              <a:off x="0" y="921"/>
              <a:ext cx="40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其中                     是与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无关的常数。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4277" name="Object 7"/>
            <p:cNvGraphicFramePr>
              <a:graphicFrameLocks/>
            </p:cNvGraphicFramePr>
            <p:nvPr/>
          </p:nvGraphicFramePr>
          <p:xfrm>
            <a:off x="561" y="916"/>
            <a:ext cx="1353" cy="343"/>
          </p:xfrm>
          <a:graphic>
            <a:graphicData uri="http://schemas.openxmlformats.org/presentationml/2006/ole">
              <p:oleObj spid="_x0000_s43010" r:id="rId5" imgW="21640800" imgH="5486400" progId="">
                <p:embed/>
              </p:oleObj>
            </a:graphicData>
          </a:graphic>
        </p:graphicFrame>
      </p:grpSp>
      <p:sp>
        <p:nvSpPr>
          <p:cNvPr id="195599" name="Rectangle 15"/>
          <p:cNvSpPr/>
          <p:nvPr/>
        </p:nvSpPr>
        <p:spPr>
          <a:xfrm>
            <a:off x="50800" y="3984625"/>
            <a:ext cx="54292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因为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= 2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带入上式整理后得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601" name="Rectangle 17"/>
          <p:cNvSpPr/>
          <p:nvPr/>
        </p:nvSpPr>
        <p:spPr>
          <a:xfrm>
            <a:off x="50800" y="5784850"/>
            <a:ext cx="8918575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易知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m+1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逼近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zh-CN" sz="2800" b="1" dirty="0">
                <a:latin typeface="Times New Roman" panose="02020603050405020304" pitchFamily="18" charset="0"/>
              </a:rPr>
              <a:t>误差为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800" b="1" baseline="46000" dirty="0">
                <a:latin typeface="Times New Roman" panose="02020603050405020304" pitchFamily="18" charset="0"/>
              </a:rPr>
              <a:t>2(m+1) 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，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这种算法称为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Romberg</a:t>
            </a:r>
            <a:r>
              <a:rPr lang="zh-CN" altLang="en-US" sz="2800" b="1" dirty="0">
                <a:latin typeface="Times New Roman" panose="02020603050405020304" pitchFamily="18" charset="0"/>
              </a:rPr>
              <a:t>算法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30"/>
          <p:cNvGrpSpPr/>
          <p:nvPr/>
        </p:nvGrpSpPr>
        <p:grpSpPr>
          <a:xfrm>
            <a:off x="2095500" y="2284413"/>
            <a:ext cx="4973638" cy="1824037"/>
            <a:chOff x="1320" y="1439"/>
            <a:chExt cx="3133" cy="1149"/>
          </a:xfrm>
        </p:grpSpPr>
        <p:graphicFrame>
          <p:nvGraphicFramePr>
            <p:cNvPr id="54281" name="Object 6"/>
            <p:cNvGraphicFramePr>
              <a:graphicFrameLocks/>
            </p:cNvGraphicFramePr>
            <p:nvPr/>
          </p:nvGraphicFramePr>
          <p:xfrm>
            <a:off x="1320" y="1439"/>
            <a:ext cx="2797" cy="1149"/>
          </p:xfrm>
          <a:graphic>
            <a:graphicData uri="http://schemas.openxmlformats.org/presentationml/2006/ole">
              <p:oleObj spid="_x0000_s43011" r:id="rId6" imgW="44500800" imgH="18288000" progId="">
                <p:embed/>
              </p:oleObj>
            </a:graphicData>
          </a:graphic>
        </p:graphicFrame>
        <p:sp>
          <p:nvSpPr>
            <p:cNvPr id="54282" name="Text Box 24"/>
            <p:cNvSpPr txBox="1"/>
            <p:nvPr/>
          </p:nvSpPr>
          <p:spPr>
            <a:xfrm>
              <a:off x="4113" y="1829"/>
              <a:ext cx="34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，</a:t>
              </a: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1719263" y="4400550"/>
            <a:ext cx="6467475" cy="1368425"/>
            <a:chOff x="1083" y="2772"/>
            <a:chExt cx="4074" cy="862"/>
          </a:xfrm>
        </p:grpSpPr>
        <p:graphicFrame>
          <p:nvGraphicFramePr>
            <p:cNvPr id="54284" name="Object 5"/>
            <p:cNvGraphicFramePr>
              <a:graphicFrameLocks/>
            </p:cNvGraphicFramePr>
            <p:nvPr/>
          </p:nvGraphicFramePr>
          <p:xfrm>
            <a:off x="1083" y="2772"/>
            <a:ext cx="3815" cy="862"/>
          </p:xfrm>
          <a:graphic>
            <a:graphicData uri="http://schemas.openxmlformats.org/presentationml/2006/ole">
              <p:oleObj spid="_x0000_s43012" r:id="rId7" imgW="60655200" imgH="13716000" progId="">
                <p:embed/>
              </p:oleObj>
            </a:graphicData>
          </a:graphic>
        </p:graphicFrame>
        <p:sp>
          <p:nvSpPr>
            <p:cNvPr id="54285" name="Text Box 31"/>
            <p:cNvSpPr txBox="1"/>
            <p:nvPr/>
          </p:nvSpPr>
          <p:spPr>
            <a:xfrm>
              <a:off x="4817" y="3209"/>
              <a:ext cx="34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just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。</a:t>
              </a:r>
            </a:p>
          </p:txBody>
        </p:sp>
      </p:grpSp>
      <p:graphicFrame>
        <p:nvGraphicFramePr>
          <p:cNvPr id="386051" name="Object 3"/>
          <p:cNvGraphicFramePr>
            <a:graphicFrameLocks/>
          </p:cNvGraphicFramePr>
          <p:nvPr/>
        </p:nvGraphicFramePr>
        <p:xfrm>
          <a:off x="288925" y="804863"/>
          <a:ext cx="6737350" cy="1157287"/>
        </p:xfrm>
        <a:graphic>
          <a:graphicData uri="http://schemas.openxmlformats.org/presentationml/2006/ole">
            <p:oleObj spid="_x0000_s43013" r:id="rId8" imgW="61874400" imgH="10668000" progId="">
              <p:embed/>
            </p:oleObj>
          </a:graphicData>
        </a:graphic>
      </p:graphicFrame>
      <p:sp>
        <p:nvSpPr>
          <p:cNvPr id="195618" name="Text Box 34"/>
          <p:cNvSpPr txBox="1"/>
          <p:nvPr/>
        </p:nvSpPr>
        <p:spPr>
          <a:xfrm>
            <a:off x="4237038" y="1903413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则有</a:t>
            </a:r>
          </a:p>
        </p:txBody>
      </p:sp>
      <p:grpSp>
        <p:nvGrpSpPr>
          <p:cNvPr id="5" name="Group 41"/>
          <p:cNvGrpSpPr/>
          <p:nvPr/>
        </p:nvGrpSpPr>
        <p:grpSpPr>
          <a:xfrm>
            <a:off x="158750" y="1149350"/>
            <a:ext cx="8763000" cy="1287463"/>
            <a:chOff x="100" y="754"/>
            <a:chExt cx="5520" cy="811"/>
          </a:xfrm>
        </p:grpSpPr>
        <p:sp>
          <p:nvSpPr>
            <p:cNvPr id="54289" name="Rectangle 36"/>
            <p:cNvSpPr/>
            <p:nvPr/>
          </p:nvSpPr>
          <p:spPr>
            <a:xfrm>
              <a:off x="100" y="861"/>
              <a:ext cx="5520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                                                         选取             利用 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Richardson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外推公式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4290" name="Object 4"/>
            <p:cNvGraphicFramePr>
              <a:graphicFrameLocks/>
            </p:cNvGraphicFramePr>
            <p:nvPr/>
          </p:nvGraphicFramePr>
          <p:xfrm>
            <a:off x="4494" y="754"/>
            <a:ext cx="673" cy="596"/>
          </p:xfrm>
          <a:graphic>
            <a:graphicData uri="http://schemas.openxmlformats.org/presentationml/2006/ole">
              <p:oleObj spid="_x0000_s43014" r:id="rId9" imgW="10668000" imgH="9448800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9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1" grpId="0"/>
      <p:bldP spid="195599" grpId="0"/>
      <p:bldP spid="195601" grpId="0"/>
      <p:bldP spid="1956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59" name="Text Box 27"/>
          <p:cNvSpPr txBox="1"/>
          <p:nvPr/>
        </p:nvSpPr>
        <p:spPr>
          <a:xfrm>
            <a:off x="5872163" y="1970088"/>
            <a:ext cx="3016250" cy="6762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) 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7638" name="Text Box 6"/>
          <p:cNvSpPr txBox="1"/>
          <p:nvPr/>
        </p:nvSpPr>
        <p:spPr>
          <a:xfrm>
            <a:off x="898525" y="508000"/>
            <a:ext cx="385603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=1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时，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由上式得</a:t>
            </a:r>
            <a:endParaRPr lang="zh-CN" altLang="en-US"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85026" name="Object 2"/>
          <p:cNvGraphicFramePr>
            <a:graphicFrameLocks/>
          </p:cNvGraphicFramePr>
          <p:nvPr/>
        </p:nvGraphicFramePr>
        <p:xfrm>
          <a:off x="4681538" y="306388"/>
          <a:ext cx="4181475" cy="1023937"/>
        </p:xfrm>
        <a:graphic>
          <a:graphicData uri="http://schemas.openxmlformats.org/presentationml/2006/ole">
            <p:oleObj spid="_x0000_s44033" r:id="rId4" imgW="38404800" imgH="9448800" progId="">
              <p:embed/>
            </p:oleObj>
          </a:graphicData>
        </a:graphic>
      </p:graphicFrame>
      <p:sp>
        <p:nvSpPr>
          <p:cNvPr id="197640" name="Text Box 8"/>
          <p:cNvSpPr txBox="1"/>
          <p:nvPr/>
        </p:nvSpPr>
        <p:spPr>
          <a:xfrm>
            <a:off x="120650" y="1236663"/>
            <a:ext cx="6792913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则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逼近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的误差为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aseline="46000" dirty="0">
                <a:solidFill>
                  <a:schemeClr val="tx1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85027" name="Object 3"/>
          <p:cNvGraphicFramePr>
            <a:graphicFrameLocks/>
          </p:cNvGraphicFramePr>
          <p:nvPr/>
        </p:nvGraphicFramePr>
        <p:xfrm>
          <a:off x="3230563" y="1838325"/>
          <a:ext cx="2709862" cy="982663"/>
        </p:xfrm>
        <a:graphic>
          <a:graphicData uri="http://schemas.openxmlformats.org/presentationml/2006/ole">
            <p:oleObj spid="_x0000_s44034" r:id="rId5" imgW="18897600" imgH="9448800" progId="">
              <p:embed/>
            </p:oleObj>
          </a:graphicData>
        </a:graphic>
      </p:graphicFrame>
      <p:sp>
        <p:nvSpPr>
          <p:cNvPr id="197658" name="Text Box 26"/>
          <p:cNvSpPr txBox="1"/>
          <p:nvPr/>
        </p:nvSpPr>
        <p:spPr>
          <a:xfrm>
            <a:off x="123825" y="1997075"/>
            <a:ext cx="325755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 eaLnBrk="0" hangingPunct="0"/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由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</a:p>
        </p:txBody>
      </p:sp>
      <p:grpSp>
        <p:nvGrpSpPr>
          <p:cNvPr id="2" name="Group 43"/>
          <p:cNvGrpSpPr/>
          <p:nvPr/>
        </p:nvGrpSpPr>
        <p:grpSpPr>
          <a:xfrm>
            <a:off x="155575" y="2627313"/>
            <a:ext cx="3571875" cy="946150"/>
            <a:chOff x="98" y="1655"/>
            <a:chExt cx="2250" cy="596"/>
          </a:xfrm>
        </p:grpSpPr>
        <p:graphicFrame>
          <p:nvGraphicFramePr>
            <p:cNvPr id="55304" name="Object 9"/>
            <p:cNvGraphicFramePr>
              <a:graphicFrameLocks/>
            </p:cNvGraphicFramePr>
            <p:nvPr/>
          </p:nvGraphicFramePr>
          <p:xfrm>
            <a:off x="725" y="1655"/>
            <a:ext cx="1623" cy="596"/>
          </p:xfrm>
          <a:graphic>
            <a:graphicData uri="http://schemas.openxmlformats.org/presentationml/2006/ole">
              <p:oleObj spid="_x0000_s44035" r:id="rId6" imgW="25603200" imgH="9448800" progId="">
                <p:embed/>
              </p:oleObj>
            </a:graphicData>
          </a:graphic>
        </p:graphicFrame>
        <p:sp>
          <p:nvSpPr>
            <p:cNvPr id="55305" name="Text Box 33"/>
            <p:cNvSpPr txBox="1"/>
            <p:nvPr/>
          </p:nvSpPr>
          <p:spPr>
            <a:xfrm>
              <a:off x="98" y="1691"/>
              <a:ext cx="681" cy="42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50000">
                  <a:schemeClr val="accent1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  <a:spcBef>
                  <a:spcPct val="20000"/>
                </a:spcBef>
                <a:buSzTx/>
              </a:pPr>
              <a:r>
                <a:rPr lang="zh-CN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故有</a:t>
              </a:r>
              <a:endParaRPr lang="zh-CN" altLang="en-US">
                <a:latin typeface="Comic Sans MS" panose="030F0702030302020204" pitchFamily="66" charset="0"/>
              </a:endParaRPr>
            </a:p>
          </p:txBody>
        </p:sp>
      </p:grpSp>
      <p:sp>
        <p:nvSpPr>
          <p:cNvPr id="197666" name="Text Box 34"/>
          <p:cNvSpPr txBox="1"/>
          <p:nvPr/>
        </p:nvSpPr>
        <p:spPr>
          <a:xfrm>
            <a:off x="3879850" y="2790825"/>
            <a:ext cx="19319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这是因为</a:t>
            </a:r>
            <a:r>
              <a:rPr lang="zh-CN" altLang="en-US" dirty="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85028" name="Object 4"/>
          <p:cNvGraphicFramePr>
            <a:graphicFrameLocks/>
          </p:cNvGraphicFramePr>
          <p:nvPr/>
        </p:nvGraphicFramePr>
        <p:xfrm>
          <a:off x="284163" y="3494088"/>
          <a:ext cx="1766887" cy="939800"/>
        </p:xfrm>
        <a:graphic>
          <a:graphicData uri="http://schemas.openxmlformats.org/presentationml/2006/ole">
            <p:oleObj spid="_x0000_s44036" r:id="rId7" imgW="17983200" imgH="9448800" progId="Equation.3">
              <p:embed/>
            </p:oleObj>
          </a:graphicData>
        </a:graphic>
      </p:graphicFrame>
      <p:graphicFrame>
        <p:nvGraphicFramePr>
          <p:cNvPr id="385029" name="Object 5"/>
          <p:cNvGraphicFramePr>
            <a:graphicFrameLocks/>
          </p:cNvGraphicFramePr>
          <p:nvPr/>
        </p:nvGraphicFramePr>
        <p:xfrm>
          <a:off x="2043113" y="3336925"/>
          <a:ext cx="4789487" cy="1212850"/>
        </p:xfrm>
        <a:graphic>
          <a:graphicData uri="http://schemas.openxmlformats.org/presentationml/2006/ole">
            <p:oleObj spid="_x0000_s44037" r:id="rId8" imgW="48463200" imgH="12192000" progId="Equation.3">
              <p:embed/>
            </p:oleObj>
          </a:graphicData>
        </a:graphic>
      </p:graphicFrame>
      <p:graphicFrame>
        <p:nvGraphicFramePr>
          <p:cNvPr id="385030" name="Object 6"/>
          <p:cNvGraphicFramePr>
            <a:graphicFrameLocks/>
          </p:cNvGraphicFramePr>
          <p:nvPr/>
        </p:nvGraphicFramePr>
        <p:xfrm>
          <a:off x="2014538" y="4433888"/>
          <a:ext cx="6535737" cy="1098550"/>
        </p:xfrm>
        <a:graphic>
          <a:graphicData uri="http://schemas.openxmlformats.org/presentationml/2006/ole">
            <p:oleObj spid="_x0000_s44038" r:id="rId9" imgW="65227200" imgH="10972800" progId="Equation.3">
              <p:embed/>
            </p:oleObj>
          </a:graphicData>
        </a:graphic>
      </p:graphicFrame>
      <p:graphicFrame>
        <p:nvGraphicFramePr>
          <p:cNvPr id="385031" name="Object 7"/>
          <p:cNvGraphicFramePr>
            <a:graphicFrameLocks/>
          </p:cNvGraphicFramePr>
          <p:nvPr/>
        </p:nvGraphicFramePr>
        <p:xfrm>
          <a:off x="2019300" y="5380038"/>
          <a:ext cx="5422900" cy="1212850"/>
        </p:xfrm>
        <a:graphic>
          <a:graphicData uri="http://schemas.openxmlformats.org/presentationml/2006/ole">
            <p:oleObj spid="_x0000_s44039" r:id="rId10" imgW="54864000" imgH="12192000" progId="Equation.3">
              <p:embed/>
            </p:oleObj>
          </a:graphicData>
        </a:graphic>
      </p:graphicFrame>
      <p:graphicFrame>
        <p:nvGraphicFramePr>
          <p:cNvPr id="385032" name="Object 8"/>
          <p:cNvGraphicFramePr>
            <a:graphicFrameLocks/>
          </p:cNvGraphicFramePr>
          <p:nvPr/>
        </p:nvGraphicFramePr>
        <p:xfrm>
          <a:off x="7453313" y="5634038"/>
          <a:ext cx="738187" cy="554037"/>
        </p:xfrm>
        <a:graphic>
          <a:graphicData uri="http://schemas.openxmlformats.org/presentationml/2006/ole">
            <p:oleObj spid="_x0000_s44040" r:id="rId11" imgW="7315200" imgH="5486400" progId="Equation.3">
              <p:embed/>
            </p:oleObj>
          </a:graphicData>
        </a:graphic>
      </p:graphicFrame>
      <p:sp>
        <p:nvSpPr>
          <p:cNvPr id="197678" name="AutoShape 46"/>
          <p:cNvSpPr/>
          <p:nvPr/>
        </p:nvSpPr>
        <p:spPr>
          <a:xfrm>
            <a:off x="4786313" y="268288"/>
            <a:ext cx="3900487" cy="2606675"/>
          </a:xfrm>
          <a:prstGeom prst="wedgeRoundRectCallout">
            <a:avLst>
              <a:gd name="adj1" fmla="val -76088"/>
              <a:gd name="adj2" fmla="val 5456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从二分前后两个复化梯</a:t>
            </a:r>
          </a:p>
          <a:p>
            <a:pPr algn="ctr" eaLnBrk="0" hangingPunct="0"/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形值生成复化 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Simpson</a:t>
            </a:r>
          </a:p>
          <a:p>
            <a:pPr algn="ctr" eaLnBrk="0" hangingPunct="0"/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值 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将误差 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800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变</a:t>
            </a:r>
          </a:p>
          <a:p>
            <a:pPr algn="ctr" eaLnBrk="0" hangingPunct="0"/>
            <a:r>
              <a:rPr lang="zh-CN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800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4 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从而提高了逼</a:t>
            </a:r>
          </a:p>
          <a:p>
            <a:pPr algn="ctr" eaLnBrk="0" hangingPunct="0"/>
            <a:r>
              <a:rPr lang="zh-CN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近精度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8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85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7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59" grpId="0"/>
      <p:bldP spid="197638" grpId="0"/>
      <p:bldP spid="197640" grpId="0"/>
      <p:bldP spid="197658" grpId="0"/>
      <p:bldP spid="197666" grpId="0"/>
      <p:bldP spid="19767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/>
          <p:nvPr/>
        </p:nvGrpSpPr>
        <p:grpSpPr>
          <a:xfrm>
            <a:off x="1006475" y="390525"/>
            <a:ext cx="7234238" cy="1025525"/>
            <a:chOff x="634" y="246"/>
            <a:chExt cx="4557" cy="646"/>
          </a:xfrm>
        </p:grpSpPr>
        <p:sp>
          <p:nvSpPr>
            <p:cNvPr id="56322" name="Text Box 10"/>
            <p:cNvSpPr txBox="1"/>
            <p:nvPr/>
          </p:nvSpPr>
          <p:spPr>
            <a:xfrm>
              <a:off x="634" y="376"/>
              <a:ext cx="15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当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2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  <a:endParaRPr lang="zh-CN" altLang="en-US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56323" name="Object 4"/>
            <p:cNvGraphicFramePr>
              <a:graphicFrameLocks/>
            </p:cNvGraphicFramePr>
            <p:nvPr/>
          </p:nvGraphicFramePr>
          <p:xfrm>
            <a:off x="2307" y="246"/>
            <a:ext cx="2884" cy="646"/>
          </p:xfrm>
          <a:graphic>
            <a:graphicData uri="http://schemas.openxmlformats.org/presentationml/2006/ole">
              <p:oleObj spid="_x0000_s45057" r:id="rId4" imgW="42062400" imgH="9448800" progId="">
                <p:embed/>
              </p:oleObj>
            </a:graphicData>
          </a:graphic>
        </p:graphicFrame>
      </p:grpSp>
      <p:sp>
        <p:nvSpPr>
          <p:cNvPr id="376844" name="Text Box 12"/>
          <p:cNvSpPr txBox="1"/>
          <p:nvPr/>
        </p:nvSpPr>
        <p:spPr>
          <a:xfrm>
            <a:off x="269875" y="1544638"/>
            <a:ext cx="6651625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则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逼近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的误差为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aseline="46000" dirty="0">
                <a:solidFill>
                  <a:schemeClr val="tx1"/>
                </a:solidFill>
                <a:latin typeface="Times New Roman" panose="02020603050405020304" pitchFamily="18" charset="0"/>
              </a:rPr>
              <a:t>6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84002" name="Object 2"/>
          <p:cNvGraphicFramePr>
            <a:graphicFrameLocks/>
          </p:cNvGraphicFramePr>
          <p:nvPr/>
        </p:nvGraphicFramePr>
        <p:xfrm>
          <a:off x="368300" y="2239963"/>
          <a:ext cx="2147888" cy="1022350"/>
        </p:xfrm>
        <a:graphic>
          <a:graphicData uri="http://schemas.openxmlformats.org/presentationml/2006/ole">
            <p:oleObj spid="_x0000_s45058" r:id="rId5" imgW="19812000" imgH="9448800" progId="">
              <p:embed/>
            </p:oleObj>
          </a:graphicData>
        </a:graphic>
      </p:graphicFrame>
      <p:graphicFrame>
        <p:nvGraphicFramePr>
          <p:cNvPr id="384003" name="Object 3"/>
          <p:cNvGraphicFramePr>
            <a:graphicFrameLocks/>
          </p:cNvGraphicFramePr>
          <p:nvPr/>
        </p:nvGraphicFramePr>
        <p:xfrm>
          <a:off x="3016250" y="3195638"/>
          <a:ext cx="3246438" cy="1022350"/>
        </p:xfrm>
        <a:graphic>
          <a:graphicData uri="http://schemas.openxmlformats.org/presentationml/2006/ole">
            <p:oleObj spid="_x0000_s45059" r:id="rId6" imgW="29870400" imgH="9448800" progId="">
              <p:embed/>
            </p:oleObj>
          </a:graphicData>
        </a:graphic>
      </p:graphicFrame>
      <p:sp>
        <p:nvSpPr>
          <p:cNvPr id="376848" name="Text Box 16"/>
          <p:cNvSpPr txBox="1"/>
          <p:nvPr/>
        </p:nvSpPr>
        <p:spPr>
          <a:xfrm>
            <a:off x="6343650" y="1571625"/>
            <a:ext cx="26987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just" eaLnBrk="0" hangingPunct="0"/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76849" name="Text Box 17"/>
          <p:cNvSpPr txBox="1"/>
          <p:nvPr/>
        </p:nvSpPr>
        <p:spPr>
          <a:xfrm>
            <a:off x="2395538" y="2495550"/>
            <a:ext cx="52451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可以证明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) 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故有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76850" name="AutoShape 18"/>
          <p:cNvSpPr/>
          <p:nvPr/>
        </p:nvSpPr>
        <p:spPr>
          <a:xfrm>
            <a:off x="623888" y="4589463"/>
            <a:ext cx="7870825" cy="1747837"/>
          </a:xfrm>
          <a:prstGeom prst="wedgeRoundRectCallout">
            <a:avLst>
              <a:gd name="adj1" fmla="val -79"/>
              <a:gd name="adj2" fmla="val -6825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能从二分前后两个复化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Simpson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值生成复化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Cotes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值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,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将误差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4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变为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6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从而提高了逼近精度。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6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68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44" grpId="0"/>
      <p:bldP spid="376848" grpId="0"/>
      <p:bldP spid="376849" grpId="0"/>
      <p:bldP spid="37685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1170" name="Object 2"/>
          <p:cNvGraphicFramePr>
            <a:graphicFrameLocks/>
          </p:cNvGraphicFramePr>
          <p:nvPr/>
        </p:nvGraphicFramePr>
        <p:xfrm>
          <a:off x="3721100" y="190500"/>
          <a:ext cx="4646613" cy="1023938"/>
        </p:xfrm>
        <a:graphic>
          <a:graphicData uri="http://schemas.openxmlformats.org/presentationml/2006/ole">
            <p:oleObj spid="_x0000_s46081" r:id="rId4" imgW="42672000" imgH="9448800" progId="">
              <p:embed/>
            </p:oleObj>
          </a:graphicData>
        </a:graphic>
      </p:graphicFrame>
      <p:sp>
        <p:nvSpPr>
          <p:cNvPr id="235539" name="Text Box 19"/>
          <p:cNvSpPr txBox="1"/>
          <p:nvPr/>
        </p:nvSpPr>
        <p:spPr>
          <a:xfrm>
            <a:off x="250825" y="1290638"/>
            <a:ext cx="644048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则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逼近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的误差为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aseline="46000" dirty="0">
                <a:solidFill>
                  <a:schemeClr val="tx1"/>
                </a:solidFill>
                <a:latin typeface="Times New Roman" panose="02020603050405020304" pitchFamily="18" charset="0"/>
              </a:rPr>
              <a:t>8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)。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91171" name="Object 3"/>
          <p:cNvGraphicFramePr>
            <a:graphicFrameLocks/>
          </p:cNvGraphicFramePr>
          <p:nvPr/>
        </p:nvGraphicFramePr>
        <p:xfrm>
          <a:off x="1370013" y="2879725"/>
          <a:ext cx="3375025" cy="1020763"/>
        </p:xfrm>
        <a:graphic>
          <a:graphicData uri="http://schemas.openxmlformats.org/presentationml/2006/ole">
            <p:oleObj spid="_x0000_s46082" r:id="rId5" imgW="31089600" imgH="9448800" progId="">
              <p:embed/>
            </p:oleObj>
          </a:graphicData>
        </a:graphic>
      </p:graphicFrame>
      <p:sp>
        <p:nvSpPr>
          <p:cNvPr id="235543" name="Text Box 23"/>
          <p:cNvSpPr txBox="1"/>
          <p:nvPr/>
        </p:nvSpPr>
        <p:spPr>
          <a:xfrm>
            <a:off x="220663" y="3954463"/>
            <a:ext cx="8723312" cy="15541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上式称为 </a:t>
            </a:r>
            <a:r>
              <a:rPr lang="en-US" altLang="zh-CN" b="1" dirty="0">
                <a:latin typeface="Times New Roman" panose="02020603050405020304" pitchFamily="18" charset="0"/>
              </a:rPr>
              <a:t>Romberg </a:t>
            </a:r>
            <a:r>
              <a:rPr lang="zh-CN" altLang="zh-CN" b="1" dirty="0">
                <a:latin typeface="Times New Roman" panose="02020603050405020304" pitchFamily="18" charset="0"/>
              </a:rPr>
              <a:t>公式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, 利用此公式能从二分前后的两个复化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Cotes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值生成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Romberg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值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且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逼近 </a:t>
            </a:r>
            <a:r>
              <a:rPr lang="en-US" altLang="zh-CN" b="1" i="1" dirty="0">
                <a:latin typeface="Times New Roman" panose="02020603050405020304" pitchFamily="18" charset="0"/>
              </a:rPr>
              <a:t>I </a:t>
            </a:r>
            <a:r>
              <a:rPr lang="zh-CN" altLang="zh-CN" b="1" dirty="0">
                <a:latin typeface="Times New Roman" panose="02020603050405020304" pitchFamily="18" charset="0"/>
              </a:rPr>
              <a:t>的误差为 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</a:rPr>
              <a:t> ( </a:t>
            </a:r>
            <a:r>
              <a:rPr lang="en-US" altLang="zh-CN" b="1" i="1" dirty="0">
                <a:latin typeface="Times New Roman" panose="02020603050405020304" pitchFamily="18" charset="0"/>
              </a:rPr>
              <a:t>h</a:t>
            </a:r>
            <a:r>
              <a:rPr lang="en-US" altLang="zh-CN" b="1" baseline="46000" dirty="0">
                <a:latin typeface="Times New Roman" panose="02020603050405020304" pitchFamily="18" charset="0"/>
              </a:rPr>
              <a:t>8 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.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91172" name="Object 4"/>
          <p:cNvGraphicFramePr>
            <a:graphicFrameLocks/>
          </p:cNvGraphicFramePr>
          <p:nvPr/>
        </p:nvGraphicFramePr>
        <p:xfrm>
          <a:off x="3605213" y="1992313"/>
          <a:ext cx="2246312" cy="1022350"/>
        </p:xfrm>
        <a:graphic>
          <a:graphicData uri="http://schemas.openxmlformats.org/presentationml/2006/ole">
            <p:oleObj spid="_x0000_s46083" r:id="rId6" imgW="20726400" imgH="9448800" progId="">
              <p:embed/>
            </p:oleObj>
          </a:graphicData>
        </a:graphic>
      </p:graphicFrame>
      <p:sp>
        <p:nvSpPr>
          <p:cNvPr id="235553" name="Text Box 33"/>
          <p:cNvSpPr txBox="1"/>
          <p:nvPr/>
        </p:nvSpPr>
        <p:spPr>
          <a:xfrm>
            <a:off x="266700" y="2144713"/>
            <a:ext cx="341788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由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知</a:t>
            </a:r>
            <a:endParaRPr lang="zh-CN" altLang="en-US" sz="2800" dirty="0">
              <a:latin typeface="Comic Sans MS" panose="030F0702030302020204" pitchFamily="66" charset="0"/>
            </a:endParaRPr>
          </a:p>
        </p:txBody>
      </p:sp>
      <p:sp>
        <p:nvSpPr>
          <p:cNvPr id="235554" name="Text Box 34"/>
          <p:cNvSpPr txBox="1"/>
          <p:nvPr/>
        </p:nvSpPr>
        <p:spPr>
          <a:xfrm>
            <a:off x="312738" y="3067050"/>
            <a:ext cx="10541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/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则有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5" name="Text Box 35"/>
          <p:cNvSpPr txBox="1"/>
          <p:nvPr/>
        </p:nvSpPr>
        <p:spPr>
          <a:xfrm>
            <a:off x="5824538" y="2193925"/>
            <a:ext cx="29781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)，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6" name="Rectangle 36"/>
          <p:cNvSpPr>
            <a:spLocks noGrp="1"/>
          </p:cNvSpPr>
          <p:nvPr>
            <p:ph type="title"/>
          </p:nvPr>
        </p:nvSpPr>
        <p:spPr>
          <a:xfrm>
            <a:off x="274638" y="228600"/>
            <a:ext cx="7772400" cy="871538"/>
          </a:xfrm>
        </p:spPr>
        <p:txBody>
          <a:bodyPr vert="horz" wrap="square" lIns="91440" tIns="45720" rIns="91440" bIns="45720" anchor="ctr"/>
          <a:lstStyle/>
          <a:p>
            <a:pPr algn="l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当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= 3 </a:t>
            </a:r>
            <a:r>
              <a:rPr lang="zh-CN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23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9" grpId="0"/>
      <p:bldP spid="235543" grpId="0"/>
      <p:bldP spid="235553" grpId="0"/>
      <p:bldP spid="235554" grpId="0"/>
      <p:bldP spid="235555" grpId="0"/>
      <p:bldP spid="23555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grpSp>
        <p:nvGrpSpPr>
          <p:cNvPr id="2" name="Group 20"/>
          <p:cNvGrpSpPr/>
          <p:nvPr/>
        </p:nvGrpSpPr>
        <p:grpSpPr>
          <a:xfrm>
            <a:off x="107950" y="406400"/>
            <a:ext cx="8766175" cy="3892550"/>
            <a:chOff x="68" y="256"/>
            <a:chExt cx="5522" cy="2452"/>
          </a:xfrm>
        </p:grpSpPr>
        <p:sp>
          <p:nvSpPr>
            <p:cNvPr id="58371" name="Text Box 5"/>
            <p:cNvSpPr txBox="1"/>
            <p:nvPr/>
          </p:nvSpPr>
          <p:spPr>
            <a:xfrm>
              <a:off x="68" y="256"/>
              <a:ext cx="5522" cy="24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这样可以从变步长的梯形序列         出发,  可逐次 求 得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Simpson 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序列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Cotes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序列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, 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Romberg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序列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    ，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利用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Romberg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序列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     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还可以继续外推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，但由于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继续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外推后构成的新的求积序列与原来的序列差别不大, 故通常只外推到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Romberg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序列为止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。</a:t>
              </a:r>
            </a:p>
          </p:txBody>
        </p:sp>
        <p:graphicFrame>
          <p:nvGraphicFramePr>
            <p:cNvPr id="58372" name="Object 2"/>
            <p:cNvGraphicFramePr>
              <a:graphicFrameLocks/>
            </p:cNvGraphicFramePr>
            <p:nvPr/>
          </p:nvGraphicFramePr>
          <p:xfrm>
            <a:off x="3806" y="309"/>
            <a:ext cx="576" cy="367"/>
          </p:xfrm>
          <a:graphic>
            <a:graphicData uri="http://schemas.openxmlformats.org/presentationml/2006/ole">
              <p:oleObj spid="_x0000_s47105" r:id="rId4" imgW="9144000" imgH="5791200" progId="Equation.3">
                <p:embed/>
              </p:oleObj>
            </a:graphicData>
          </a:graphic>
        </p:graphicFrame>
        <p:graphicFrame>
          <p:nvGraphicFramePr>
            <p:cNvPr id="58373" name="Object 3"/>
            <p:cNvGraphicFramePr>
              <a:graphicFrameLocks/>
            </p:cNvGraphicFramePr>
            <p:nvPr/>
          </p:nvGraphicFramePr>
          <p:xfrm>
            <a:off x="2774" y="738"/>
            <a:ext cx="595" cy="367"/>
          </p:xfrm>
          <a:graphic>
            <a:graphicData uri="http://schemas.openxmlformats.org/presentationml/2006/ole">
              <p:oleObj spid="_x0000_s47106" r:id="rId5" imgW="9448800" imgH="5791200" progId="Equation.3">
                <p:embed/>
              </p:oleObj>
            </a:graphicData>
          </a:graphic>
        </p:graphicFrame>
        <p:graphicFrame>
          <p:nvGraphicFramePr>
            <p:cNvPr id="58374" name="Object 4"/>
            <p:cNvGraphicFramePr>
              <a:graphicFrameLocks/>
            </p:cNvGraphicFramePr>
            <p:nvPr/>
          </p:nvGraphicFramePr>
          <p:xfrm>
            <a:off x="4740" y="728"/>
            <a:ext cx="614" cy="367"/>
          </p:xfrm>
          <a:graphic>
            <a:graphicData uri="http://schemas.openxmlformats.org/presentationml/2006/ole">
              <p:oleObj spid="_x0000_s47107" r:id="rId6" imgW="9753600" imgH="5791200" progId="Equation.3">
                <p:embed/>
              </p:oleObj>
            </a:graphicData>
          </a:graphic>
        </p:graphicFrame>
        <p:graphicFrame>
          <p:nvGraphicFramePr>
            <p:cNvPr id="58375" name="Object 5"/>
            <p:cNvGraphicFramePr>
              <a:graphicFrameLocks/>
            </p:cNvGraphicFramePr>
            <p:nvPr/>
          </p:nvGraphicFramePr>
          <p:xfrm>
            <a:off x="1765" y="1165"/>
            <a:ext cx="614" cy="367"/>
          </p:xfrm>
          <a:graphic>
            <a:graphicData uri="http://schemas.openxmlformats.org/presentationml/2006/ole">
              <p:oleObj spid="_x0000_s47108" r:id="rId7" imgW="9753600" imgH="5791200" progId="Equation.3">
                <p:embed/>
              </p:oleObj>
            </a:graphicData>
          </a:graphic>
        </p:graphicFrame>
        <p:graphicFrame>
          <p:nvGraphicFramePr>
            <p:cNvPr id="58376" name="Object 6"/>
            <p:cNvGraphicFramePr>
              <a:graphicFrameLocks/>
            </p:cNvGraphicFramePr>
            <p:nvPr/>
          </p:nvGraphicFramePr>
          <p:xfrm>
            <a:off x="4897" y="1131"/>
            <a:ext cx="614" cy="367"/>
          </p:xfrm>
          <a:graphic>
            <a:graphicData uri="http://schemas.openxmlformats.org/presentationml/2006/ole">
              <p:oleObj spid="_x0000_s47109" r:id="rId8" imgW="9753600" imgH="57912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77" name="Text Box 33"/>
          <p:cNvSpPr txBox="1"/>
          <p:nvPr/>
        </p:nvSpPr>
        <p:spPr>
          <a:xfrm>
            <a:off x="1368425" y="1716088"/>
            <a:ext cx="8747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6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36578" name="Text Box 34"/>
          <p:cNvSpPr txBox="1"/>
          <p:nvPr/>
        </p:nvSpPr>
        <p:spPr>
          <a:xfrm>
            <a:off x="1381125" y="2325688"/>
            <a:ext cx="8747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6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36580" name="Text Box 36"/>
          <p:cNvSpPr txBox="1"/>
          <p:nvPr/>
        </p:nvSpPr>
        <p:spPr>
          <a:xfrm>
            <a:off x="1397000" y="2914650"/>
            <a:ext cx="8747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④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36582" name="Text Box 38"/>
          <p:cNvSpPr txBox="1"/>
          <p:nvPr/>
        </p:nvSpPr>
        <p:spPr>
          <a:xfrm>
            <a:off x="1387475" y="3449638"/>
            <a:ext cx="8747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⑦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236583" name="Text Box 39"/>
          <p:cNvSpPr txBox="1"/>
          <p:nvPr/>
        </p:nvSpPr>
        <p:spPr>
          <a:xfrm>
            <a:off x="3062288" y="2324100"/>
            <a:ext cx="8747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6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36584" name="Text Box 40"/>
          <p:cNvSpPr txBox="1"/>
          <p:nvPr/>
        </p:nvSpPr>
        <p:spPr>
          <a:xfrm>
            <a:off x="3062288" y="2882900"/>
            <a:ext cx="8747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⑤</a:t>
            </a:r>
            <a:r>
              <a:rPr lang="zh-CN" altLang="en-US" sz="6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36585" name="Text Box 41"/>
          <p:cNvSpPr txBox="1"/>
          <p:nvPr/>
        </p:nvSpPr>
        <p:spPr>
          <a:xfrm>
            <a:off x="3127375" y="3436938"/>
            <a:ext cx="806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⑧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36586" name="Text Box 42"/>
          <p:cNvSpPr txBox="1"/>
          <p:nvPr/>
        </p:nvSpPr>
        <p:spPr>
          <a:xfrm>
            <a:off x="4811713" y="2952750"/>
            <a:ext cx="8747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⑥</a:t>
            </a:r>
            <a:r>
              <a:rPr lang="zh-CN" altLang="en-US" sz="6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36587" name="Text Box 43"/>
          <p:cNvSpPr txBox="1"/>
          <p:nvPr/>
        </p:nvSpPr>
        <p:spPr>
          <a:xfrm>
            <a:off x="4826000" y="3500438"/>
            <a:ext cx="8747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⑨</a:t>
            </a:r>
            <a:r>
              <a:rPr lang="zh-CN" altLang="en-US" sz="6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36588" name="Text Box 44"/>
          <p:cNvSpPr txBox="1"/>
          <p:nvPr/>
        </p:nvSpPr>
        <p:spPr>
          <a:xfrm>
            <a:off x="6478588" y="3500438"/>
            <a:ext cx="8747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</a:rPr>
              <a:t>⑩</a:t>
            </a:r>
            <a:r>
              <a:rPr lang="zh-CN" altLang="en-US" sz="6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400" i="1" dirty="0">
                <a:solidFill>
                  <a:schemeClr val="tx1"/>
                </a:solidFill>
                <a:latin typeface="宋体" panose="02010600030101010101" pitchFamily="2" charset="-122"/>
              </a:rPr>
              <a:t>R</a:t>
            </a:r>
            <a:r>
              <a:rPr lang="en-US" altLang="zh-CN" sz="6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</a:p>
        </p:txBody>
      </p:sp>
      <p:grpSp>
        <p:nvGrpSpPr>
          <p:cNvPr id="2" name="Group 65"/>
          <p:cNvGrpSpPr/>
          <p:nvPr/>
        </p:nvGrpSpPr>
        <p:grpSpPr>
          <a:xfrm>
            <a:off x="1968500" y="3927475"/>
            <a:ext cx="5235575" cy="444500"/>
            <a:chOff x="1949" y="2571"/>
            <a:chExt cx="3298" cy="280"/>
          </a:xfrm>
        </p:grpSpPr>
        <p:graphicFrame>
          <p:nvGraphicFramePr>
            <p:cNvPr id="59404" name="Object 16"/>
            <p:cNvGraphicFramePr>
              <a:graphicFrameLocks/>
            </p:cNvGraphicFramePr>
            <p:nvPr/>
          </p:nvGraphicFramePr>
          <p:xfrm>
            <a:off x="1949" y="2583"/>
            <a:ext cx="96" cy="262"/>
          </p:xfrm>
          <a:graphic>
            <a:graphicData uri="http://schemas.openxmlformats.org/presentationml/2006/ole">
              <p:oleObj spid="_x0000_s48129" r:id="rId4" imgW="1828800" imgH="4876800" progId="">
                <p:embed/>
              </p:oleObj>
            </a:graphicData>
          </a:graphic>
        </p:graphicFrame>
        <p:graphicFrame>
          <p:nvGraphicFramePr>
            <p:cNvPr id="59405" name="Object 17"/>
            <p:cNvGraphicFramePr>
              <a:graphicFrameLocks/>
            </p:cNvGraphicFramePr>
            <p:nvPr/>
          </p:nvGraphicFramePr>
          <p:xfrm>
            <a:off x="2990" y="2571"/>
            <a:ext cx="96" cy="262"/>
          </p:xfrm>
          <a:graphic>
            <a:graphicData uri="http://schemas.openxmlformats.org/presentationml/2006/ole">
              <p:oleObj spid="_x0000_s48130" r:id="rId5" imgW="1828800" imgH="4876800" progId="">
                <p:embed/>
              </p:oleObj>
            </a:graphicData>
          </a:graphic>
        </p:graphicFrame>
        <p:graphicFrame>
          <p:nvGraphicFramePr>
            <p:cNvPr id="59406" name="Object 18"/>
            <p:cNvGraphicFramePr>
              <a:graphicFrameLocks/>
            </p:cNvGraphicFramePr>
            <p:nvPr/>
          </p:nvGraphicFramePr>
          <p:xfrm>
            <a:off x="4128" y="2589"/>
            <a:ext cx="96" cy="262"/>
          </p:xfrm>
          <a:graphic>
            <a:graphicData uri="http://schemas.openxmlformats.org/presentationml/2006/ole">
              <p:oleObj spid="_x0000_s48131" r:id="rId6" imgW="1828800" imgH="4876800" progId="">
                <p:embed/>
              </p:oleObj>
            </a:graphicData>
          </a:graphic>
        </p:graphicFrame>
        <p:graphicFrame>
          <p:nvGraphicFramePr>
            <p:cNvPr id="59407" name="Object 19"/>
            <p:cNvGraphicFramePr>
              <a:graphicFrameLocks/>
            </p:cNvGraphicFramePr>
            <p:nvPr/>
          </p:nvGraphicFramePr>
          <p:xfrm>
            <a:off x="5151" y="2582"/>
            <a:ext cx="96" cy="262"/>
          </p:xfrm>
          <a:graphic>
            <a:graphicData uri="http://schemas.openxmlformats.org/presentationml/2006/ole">
              <p:oleObj spid="_x0000_s48132" r:id="rId7" imgW="1828800" imgH="4876800" progId="">
                <p:embed/>
              </p:oleObj>
            </a:graphicData>
          </a:graphic>
        </p:graphicFrame>
      </p:grpSp>
      <p:sp>
        <p:nvSpPr>
          <p:cNvPr id="236604" name="Text Box 60"/>
          <p:cNvSpPr txBox="1"/>
          <p:nvPr/>
        </p:nvSpPr>
        <p:spPr>
          <a:xfrm>
            <a:off x="71438" y="4668838"/>
            <a:ext cx="70262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其中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①～⑩ 表示计算顺序,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代表二分次数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3" name="Group 67"/>
          <p:cNvGrpSpPr/>
          <p:nvPr/>
        </p:nvGrpSpPr>
        <p:grpSpPr>
          <a:xfrm>
            <a:off x="58738" y="4992688"/>
            <a:ext cx="9085262" cy="1630362"/>
            <a:chOff x="37" y="3145"/>
            <a:chExt cx="5723" cy="1027"/>
          </a:xfrm>
        </p:grpSpPr>
        <p:sp>
          <p:nvSpPr>
            <p:cNvPr id="59410" name="Text Box 61"/>
            <p:cNvSpPr txBox="1"/>
            <p:nvPr/>
          </p:nvSpPr>
          <p:spPr>
            <a:xfrm>
              <a:off x="37" y="3145"/>
              <a:ext cx="5723" cy="10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如果 </a:t>
              </a:r>
              <a:r>
                <a:rPr lang="en-US" altLang="en-US" sz="2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f </a:t>
              </a:r>
              <a:r>
                <a:rPr lang="en-US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 </a:t>
              </a:r>
              <a:r>
                <a:rPr lang="en-US" altLang="en-US" sz="2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 </a:t>
              </a:r>
              <a:r>
                <a:rPr lang="en-US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在区间 [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 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] 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上充分光滑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 可以证明上表中各列都收敛到积分           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所以当同一列中相邻两个数之差的绝对值小于预给精度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ε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时终止计算.</a:t>
              </a:r>
            </a:p>
          </p:txBody>
        </p:sp>
        <p:graphicFrame>
          <p:nvGraphicFramePr>
            <p:cNvPr id="59411" name="Object 5"/>
            <p:cNvGraphicFramePr>
              <a:graphicFrameLocks/>
            </p:cNvGraphicFramePr>
            <p:nvPr/>
          </p:nvGraphicFramePr>
          <p:xfrm>
            <a:off x="1881" y="3445"/>
            <a:ext cx="898" cy="456"/>
          </p:xfrm>
          <a:graphic>
            <a:graphicData uri="http://schemas.openxmlformats.org/presentationml/2006/ole">
              <p:oleObj spid="_x0000_s48133" r:id="rId8" imgW="17373600" imgH="7924800" progId="">
                <p:embed/>
              </p:oleObj>
            </a:graphicData>
          </a:graphic>
        </p:graphicFrame>
      </p:grpSp>
      <p:sp>
        <p:nvSpPr>
          <p:cNvPr id="59412" name="Rectangle 66"/>
          <p:cNvSpPr>
            <a:spLocks noGrp="1"/>
          </p:cNvSpPr>
          <p:nvPr>
            <p:ph type="title"/>
          </p:nvPr>
        </p:nvSpPr>
        <p:spPr>
          <a:xfrm>
            <a:off x="533400" y="101600"/>
            <a:ext cx="7772400" cy="871538"/>
          </a:xfrm>
        </p:spPr>
        <p:txBody>
          <a:bodyPr vert="horz" wrap="square" lIns="91440" tIns="45720" rIns="91440" bIns="45720" anchor="ctr"/>
          <a:lstStyle/>
          <a:p>
            <a:r>
              <a:rPr lang="en-US" altLang="zh-CN" sz="2800" b="1" u="none" dirty="0"/>
              <a:t>Romberg </a:t>
            </a:r>
            <a:r>
              <a:rPr lang="zh-CN" altLang="zh-CN" sz="2800" b="1" u="none" dirty="0"/>
              <a:t>算法</a:t>
            </a:r>
            <a:r>
              <a:rPr lang="zh-CN" altLang="en-US" sz="2800" b="1" u="none" dirty="0"/>
              <a:t>的计算过程</a:t>
            </a:r>
          </a:p>
        </p:txBody>
      </p:sp>
      <p:graphicFrame>
        <p:nvGraphicFramePr>
          <p:cNvPr id="381954" name="Object 2"/>
          <p:cNvGraphicFramePr>
            <a:graphicFrameLocks/>
          </p:cNvGraphicFramePr>
          <p:nvPr/>
        </p:nvGraphicFramePr>
        <p:xfrm>
          <a:off x="2305050" y="1530350"/>
          <a:ext cx="2360613" cy="866775"/>
        </p:xfrm>
        <a:graphic>
          <a:graphicData uri="http://schemas.openxmlformats.org/presentationml/2006/ole">
            <p:oleObj spid="_x0000_s48134" r:id="rId9" imgW="25603200" imgH="9448800" progId="">
              <p:embed/>
            </p:oleObj>
          </a:graphicData>
        </a:graphic>
      </p:graphicFrame>
      <p:graphicFrame>
        <p:nvGraphicFramePr>
          <p:cNvPr id="381955" name="Object 3"/>
          <p:cNvGraphicFramePr>
            <a:graphicFrameLocks/>
          </p:cNvGraphicFramePr>
          <p:nvPr/>
        </p:nvGraphicFramePr>
        <p:xfrm>
          <a:off x="4808538" y="1520825"/>
          <a:ext cx="2752725" cy="866775"/>
        </p:xfrm>
        <a:graphic>
          <a:graphicData uri="http://schemas.openxmlformats.org/presentationml/2006/ole">
            <p:oleObj spid="_x0000_s48135" r:id="rId10" imgW="29870400" imgH="9448800" progId="">
              <p:embed/>
            </p:oleObj>
          </a:graphicData>
        </a:graphic>
      </p:graphicFrame>
      <p:graphicFrame>
        <p:nvGraphicFramePr>
          <p:cNvPr id="381956" name="Object 4"/>
          <p:cNvGraphicFramePr>
            <a:graphicFrameLocks/>
          </p:cNvGraphicFramePr>
          <p:nvPr/>
        </p:nvGraphicFramePr>
        <p:xfrm>
          <a:off x="5688013" y="2447925"/>
          <a:ext cx="2865437" cy="866775"/>
        </p:xfrm>
        <a:graphic>
          <a:graphicData uri="http://schemas.openxmlformats.org/presentationml/2006/ole">
            <p:oleObj spid="_x0000_s48136" r:id="rId11" imgW="31089600" imgH="9448800" progId="">
              <p:embed/>
            </p:oleObj>
          </a:graphicData>
        </a:graphic>
      </p:graphicFrame>
      <p:grpSp>
        <p:nvGrpSpPr>
          <p:cNvPr id="59416" name="组合 45"/>
          <p:cNvGrpSpPr/>
          <p:nvPr/>
        </p:nvGrpSpPr>
        <p:grpSpPr>
          <a:xfrm>
            <a:off x="269875" y="957263"/>
            <a:ext cx="8556625" cy="3549650"/>
            <a:chOff x="255588" y="957263"/>
            <a:chExt cx="8556625" cy="3549650"/>
          </a:xfrm>
        </p:grpSpPr>
        <p:grpSp>
          <p:nvGrpSpPr>
            <p:cNvPr id="59417" name="Group 55"/>
            <p:cNvGrpSpPr/>
            <p:nvPr/>
          </p:nvGrpSpPr>
          <p:grpSpPr>
            <a:xfrm>
              <a:off x="255588" y="957263"/>
              <a:ext cx="8556625" cy="3549650"/>
              <a:chOff x="258" y="823"/>
              <a:chExt cx="5390" cy="2112"/>
            </a:xfrm>
          </p:grpSpPr>
          <p:sp>
            <p:nvSpPr>
              <p:cNvPr id="59418" name="Line 12"/>
              <p:cNvSpPr/>
              <p:nvPr/>
            </p:nvSpPr>
            <p:spPr>
              <a:xfrm>
                <a:off x="796" y="848"/>
                <a:ext cx="0" cy="2079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19" name="Line 13"/>
              <p:cNvSpPr/>
              <p:nvPr/>
            </p:nvSpPr>
            <p:spPr>
              <a:xfrm>
                <a:off x="1832" y="833"/>
                <a:ext cx="0" cy="2095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0" name="Line 14"/>
              <p:cNvSpPr/>
              <p:nvPr/>
            </p:nvSpPr>
            <p:spPr>
              <a:xfrm>
                <a:off x="2930" y="832"/>
                <a:ext cx="0" cy="2095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1" name="Line 15"/>
              <p:cNvSpPr/>
              <p:nvPr/>
            </p:nvSpPr>
            <p:spPr>
              <a:xfrm>
                <a:off x="4010" y="848"/>
                <a:ext cx="0" cy="2087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2" name="Line 17"/>
              <p:cNvSpPr/>
              <p:nvPr/>
            </p:nvSpPr>
            <p:spPr>
              <a:xfrm>
                <a:off x="274" y="2929"/>
                <a:ext cx="5310" cy="6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3" name="Line 19"/>
              <p:cNvSpPr/>
              <p:nvPr/>
            </p:nvSpPr>
            <p:spPr>
              <a:xfrm>
                <a:off x="258" y="832"/>
                <a:ext cx="5390" cy="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4" name="Line 20"/>
              <p:cNvSpPr/>
              <p:nvPr/>
            </p:nvSpPr>
            <p:spPr>
              <a:xfrm>
                <a:off x="258" y="1126"/>
                <a:ext cx="5382" cy="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59425" name="Object 6"/>
              <p:cNvGraphicFramePr>
                <a:graphicFrameLocks/>
              </p:cNvGraphicFramePr>
              <p:nvPr/>
            </p:nvGraphicFramePr>
            <p:xfrm>
              <a:off x="469" y="1325"/>
              <a:ext cx="162" cy="228"/>
            </p:xfrm>
            <a:graphic>
              <a:graphicData uri="http://schemas.openxmlformats.org/presentationml/2006/ole">
                <p:oleObj spid="_x0000_s48137" r:id="rId12" imgW="3048000" imgH="4267200" progId="">
                  <p:embed/>
                </p:oleObj>
              </a:graphicData>
            </a:graphic>
          </p:graphicFrame>
          <p:graphicFrame>
            <p:nvGraphicFramePr>
              <p:cNvPr id="59426" name="Object 7"/>
              <p:cNvGraphicFramePr>
                <a:graphicFrameLocks/>
              </p:cNvGraphicFramePr>
              <p:nvPr/>
            </p:nvGraphicFramePr>
            <p:xfrm>
              <a:off x="477" y="1693"/>
              <a:ext cx="113" cy="212"/>
            </p:xfrm>
            <a:graphic>
              <a:graphicData uri="http://schemas.openxmlformats.org/presentationml/2006/ole">
                <p:oleObj spid="_x0000_s48138" r:id="rId13" imgW="2133600" imgH="3962400" progId="">
                  <p:embed/>
                </p:oleObj>
              </a:graphicData>
            </a:graphic>
          </p:graphicFrame>
          <p:graphicFrame>
            <p:nvGraphicFramePr>
              <p:cNvPr id="59427" name="Object 8"/>
              <p:cNvGraphicFramePr>
                <a:graphicFrameLocks/>
              </p:cNvGraphicFramePr>
              <p:nvPr/>
            </p:nvGraphicFramePr>
            <p:xfrm>
              <a:off x="453" y="2028"/>
              <a:ext cx="162" cy="211"/>
            </p:xfrm>
            <a:graphic>
              <a:graphicData uri="http://schemas.openxmlformats.org/presentationml/2006/ole">
                <p:oleObj spid="_x0000_s48139" r:id="rId14" imgW="3048000" imgH="3962400" progId="">
                  <p:embed/>
                </p:oleObj>
              </a:graphicData>
            </a:graphic>
          </p:graphicFrame>
          <p:graphicFrame>
            <p:nvGraphicFramePr>
              <p:cNvPr id="59428" name="Object 9"/>
              <p:cNvGraphicFramePr>
                <a:graphicFrameLocks/>
              </p:cNvGraphicFramePr>
              <p:nvPr/>
            </p:nvGraphicFramePr>
            <p:xfrm>
              <a:off x="456" y="2353"/>
              <a:ext cx="145" cy="228"/>
            </p:xfrm>
            <a:graphic>
              <a:graphicData uri="http://schemas.openxmlformats.org/presentationml/2006/ole">
                <p:oleObj spid="_x0000_s48140" r:id="rId15" imgW="2743200" imgH="4267200" progId="">
                  <p:embed/>
                </p:oleObj>
              </a:graphicData>
            </a:graphic>
          </p:graphicFrame>
          <p:graphicFrame>
            <p:nvGraphicFramePr>
              <p:cNvPr id="59429" name="Object 10"/>
              <p:cNvGraphicFramePr>
                <a:graphicFrameLocks/>
              </p:cNvGraphicFramePr>
              <p:nvPr/>
            </p:nvGraphicFramePr>
            <p:xfrm>
              <a:off x="481" y="2589"/>
              <a:ext cx="96" cy="262"/>
            </p:xfrm>
            <a:graphic>
              <a:graphicData uri="http://schemas.openxmlformats.org/presentationml/2006/ole">
                <p:oleObj spid="_x0000_s48141" r:id="rId16" imgW="1828800" imgH="4876800" progId="">
                  <p:embed/>
                </p:oleObj>
              </a:graphicData>
            </a:graphic>
          </p:graphicFrame>
          <p:graphicFrame>
            <p:nvGraphicFramePr>
              <p:cNvPr id="59430" name="Object 11"/>
              <p:cNvGraphicFramePr>
                <a:graphicFrameLocks/>
              </p:cNvGraphicFramePr>
              <p:nvPr/>
            </p:nvGraphicFramePr>
            <p:xfrm>
              <a:off x="457" y="854"/>
              <a:ext cx="162" cy="228"/>
            </p:xfrm>
            <a:graphic>
              <a:graphicData uri="http://schemas.openxmlformats.org/presentationml/2006/ole">
                <p:oleObj spid="_x0000_s48142" r:id="rId17" imgW="3048000" imgH="4267200" progId="">
                  <p:embed/>
                </p:oleObj>
              </a:graphicData>
            </a:graphic>
          </p:graphicFrame>
          <p:graphicFrame>
            <p:nvGraphicFramePr>
              <p:cNvPr id="59431" name="Object 12"/>
              <p:cNvGraphicFramePr>
                <a:graphicFrameLocks/>
              </p:cNvGraphicFramePr>
              <p:nvPr/>
            </p:nvGraphicFramePr>
            <p:xfrm>
              <a:off x="1233" y="828"/>
              <a:ext cx="260" cy="310"/>
            </p:xfrm>
            <a:graphic>
              <a:graphicData uri="http://schemas.openxmlformats.org/presentationml/2006/ole">
                <p:oleObj spid="_x0000_s48143" r:id="rId18" imgW="4876800" imgH="5791200" progId="">
                  <p:embed/>
                </p:oleObj>
              </a:graphicData>
            </a:graphic>
          </p:graphicFrame>
          <p:graphicFrame>
            <p:nvGraphicFramePr>
              <p:cNvPr id="59432" name="Object 13"/>
              <p:cNvGraphicFramePr>
                <a:graphicFrameLocks/>
              </p:cNvGraphicFramePr>
              <p:nvPr/>
            </p:nvGraphicFramePr>
            <p:xfrm>
              <a:off x="2165" y="831"/>
              <a:ext cx="360" cy="310"/>
            </p:xfrm>
            <a:graphic>
              <a:graphicData uri="http://schemas.openxmlformats.org/presentationml/2006/ole">
                <p:oleObj spid="_x0000_s48144" r:id="rId19" imgW="6705600" imgH="5791200" progId="">
                  <p:embed/>
                </p:oleObj>
              </a:graphicData>
            </a:graphic>
          </p:graphicFrame>
          <p:graphicFrame>
            <p:nvGraphicFramePr>
              <p:cNvPr id="59433" name="Object 14"/>
              <p:cNvGraphicFramePr>
                <a:graphicFrameLocks/>
              </p:cNvGraphicFramePr>
              <p:nvPr/>
            </p:nvGraphicFramePr>
            <p:xfrm>
              <a:off x="3257" y="823"/>
              <a:ext cx="391" cy="310"/>
            </p:xfrm>
            <a:graphic>
              <a:graphicData uri="http://schemas.openxmlformats.org/presentationml/2006/ole">
                <p:oleObj spid="_x0000_s48145" r:id="rId20" imgW="7315200" imgH="5791200" progId="">
                  <p:embed/>
                </p:oleObj>
              </a:graphicData>
            </a:graphic>
          </p:graphicFrame>
          <p:graphicFrame>
            <p:nvGraphicFramePr>
              <p:cNvPr id="59434" name="Object 15"/>
              <p:cNvGraphicFramePr>
                <a:graphicFrameLocks/>
              </p:cNvGraphicFramePr>
              <p:nvPr/>
            </p:nvGraphicFramePr>
            <p:xfrm>
              <a:off x="4396" y="833"/>
              <a:ext cx="391" cy="310"/>
            </p:xfrm>
            <a:graphic>
              <a:graphicData uri="http://schemas.openxmlformats.org/presentationml/2006/ole">
                <p:oleObj spid="_x0000_s48146" r:id="rId21" imgW="7315200" imgH="5791200" progId="">
                  <p:embed/>
                </p:oleObj>
              </a:graphicData>
            </a:graphic>
          </p:graphicFrame>
        </p:grpSp>
        <p:sp>
          <p:nvSpPr>
            <p:cNvPr id="59435" name="Line 15"/>
            <p:cNvSpPr/>
            <p:nvPr/>
          </p:nvSpPr>
          <p:spPr>
            <a:xfrm>
              <a:off x="7853363" y="982663"/>
              <a:ext cx="0" cy="3508375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45" name="Object 44"/>
          <p:cNvGraphicFramePr>
            <a:graphicFrameLocks/>
          </p:cNvGraphicFramePr>
          <p:nvPr/>
        </p:nvGraphicFramePr>
        <p:xfrm>
          <a:off x="8075613" y="1139825"/>
          <a:ext cx="430212" cy="192088"/>
        </p:xfrm>
        <a:graphic>
          <a:graphicData uri="http://schemas.openxmlformats.org/presentationml/2006/ole">
            <p:oleObj spid="_x0000_s48147" r:id="rId22" imgW="4267200" imgH="1828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3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77" grpId="0"/>
      <p:bldP spid="236578" grpId="0"/>
      <p:bldP spid="236580" grpId="0"/>
      <p:bldP spid="236582" grpId="0"/>
      <p:bldP spid="236583" grpId="0"/>
      <p:bldP spid="236584" grpId="0"/>
      <p:bldP spid="236585" grpId="0"/>
      <p:bldP spid="236586" grpId="0"/>
      <p:bldP spid="236587" grpId="0"/>
      <p:bldP spid="236588" grpId="0"/>
      <p:bldP spid="23660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0"/>
          <p:cNvSpPr txBox="1"/>
          <p:nvPr/>
        </p:nvSpPr>
        <p:spPr>
          <a:xfrm>
            <a:off x="231775" y="273050"/>
            <a:ext cx="7248525" cy="5835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例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8.4.2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用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Romberg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算法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计算下列积分</a:t>
            </a:r>
            <a:endParaRPr lang="zh-CN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61442" name="Object 11"/>
          <p:cNvGraphicFramePr>
            <a:graphicFrameLocks/>
          </p:cNvGraphicFramePr>
          <p:nvPr/>
        </p:nvGraphicFramePr>
        <p:xfrm>
          <a:off x="1319213" y="874713"/>
          <a:ext cx="2286000" cy="1022350"/>
        </p:xfrm>
        <a:graphic>
          <a:graphicData uri="http://schemas.openxmlformats.org/presentationml/2006/ole">
            <p:oleObj spid="_x0000_s49153" r:id="rId4" imgW="21031200" imgH="9448800" progId="">
              <p:embed/>
            </p:oleObj>
          </a:graphicData>
        </a:graphic>
      </p:graphicFrame>
      <p:sp>
        <p:nvSpPr>
          <p:cNvPr id="237580" name="Text Box 12"/>
          <p:cNvSpPr txBox="1"/>
          <p:nvPr/>
        </p:nvSpPr>
        <p:spPr>
          <a:xfrm>
            <a:off x="185738" y="1933575"/>
            <a:ext cx="8759825" cy="13731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解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由变步长梯形公式求得二分 3 次的复化梯形值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它们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精度都很低. 利用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Romberg </a:t>
            </a:r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算法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对其进行加工, 结果列于下表.</a:t>
            </a:r>
          </a:p>
        </p:txBody>
      </p:sp>
      <p:sp>
        <p:nvSpPr>
          <p:cNvPr id="237586" name="Text Box 18"/>
          <p:cNvSpPr txBox="1"/>
          <p:nvPr/>
        </p:nvSpPr>
        <p:spPr>
          <a:xfrm>
            <a:off x="155575" y="1963738"/>
            <a:ext cx="8723313" cy="137318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/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从此表可以看出, 运用上述二分 3 次的复化梯形值, 采用 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Romberg </a:t>
            </a:r>
            <a:r>
              <a:rPr lang="zh-CN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算法加速三次获得了变步长梯形公式二分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 次才能获得的结果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, 因此加速效果是相当明显的.</a:t>
            </a:r>
          </a:p>
        </p:txBody>
      </p:sp>
      <p:grpSp>
        <p:nvGrpSpPr>
          <p:cNvPr id="2" name="Group 55"/>
          <p:cNvGrpSpPr/>
          <p:nvPr/>
        </p:nvGrpSpPr>
        <p:grpSpPr>
          <a:xfrm>
            <a:off x="280988" y="3581400"/>
            <a:ext cx="8632825" cy="2266950"/>
            <a:chOff x="100" y="1624"/>
            <a:chExt cx="5505" cy="1370"/>
          </a:xfrm>
        </p:grpSpPr>
        <p:sp>
          <p:nvSpPr>
            <p:cNvPr id="61446" name="Line 20"/>
            <p:cNvSpPr/>
            <p:nvPr/>
          </p:nvSpPr>
          <p:spPr>
            <a:xfrm flipH="1">
              <a:off x="1150" y="1671"/>
              <a:ext cx="7" cy="1323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47" name="Line 21"/>
            <p:cNvSpPr/>
            <p:nvPr/>
          </p:nvSpPr>
          <p:spPr>
            <a:xfrm>
              <a:off x="2291" y="1656"/>
              <a:ext cx="0" cy="1332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48" name="Line 22"/>
            <p:cNvSpPr/>
            <p:nvPr/>
          </p:nvSpPr>
          <p:spPr>
            <a:xfrm>
              <a:off x="3442" y="1663"/>
              <a:ext cx="0" cy="1324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49" name="Line 23"/>
            <p:cNvSpPr/>
            <p:nvPr/>
          </p:nvSpPr>
          <p:spPr>
            <a:xfrm>
              <a:off x="4548" y="1671"/>
              <a:ext cx="0" cy="1307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50" name="Group 50"/>
            <p:cNvGrpSpPr/>
            <p:nvPr/>
          </p:nvGrpSpPr>
          <p:grpSpPr>
            <a:xfrm>
              <a:off x="100" y="1624"/>
              <a:ext cx="5505" cy="1364"/>
              <a:chOff x="100" y="1624"/>
              <a:chExt cx="5505" cy="1364"/>
            </a:xfrm>
          </p:grpSpPr>
          <p:sp>
            <p:nvSpPr>
              <p:cNvPr id="61451" name="Line 24"/>
              <p:cNvSpPr/>
              <p:nvPr/>
            </p:nvSpPr>
            <p:spPr>
              <a:xfrm flipV="1">
                <a:off x="100" y="2986"/>
                <a:ext cx="5505" cy="2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2" name="Line 25"/>
              <p:cNvSpPr/>
              <p:nvPr/>
            </p:nvSpPr>
            <p:spPr>
              <a:xfrm>
                <a:off x="123" y="1655"/>
                <a:ext cx="5390" cy="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3" name="Line 26"/>
              <p:cNvSpPr/>
              <p:nvPr/>
            </p:nvSpPr>
            <p:spPr>
              <a:xfrm>
                <a:off x="123" y="1901"/>
                <a:ext cx="5382" cy="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61454" name="Object 27"/>
              <p:cNvGraphicFramePr>
                <a:graphicFrameLocks/>
              </p:cNvGraphicFramePr>
              <p:nvPr/>
            </p:nvGraphicFramePr>
            <p:xfrm>
              <a:off x="529" y="1928"/>
              <a:ext cx="140" cy="197"/>
            </p:xfrm>
            <a:graphic>
              <a:graphicData uri="http://schemas.openxmlformats.org/presentationml/2006/ole">
                <p:oleObj spid="_x0000_s49154" r:id="rId5" imgW="3048000" imgH="4267200" progId="">
                  <p:embed/>
                </p:oleObj>
              </a:graphicData>
            </a:graphic>
          </p:graphicFrame>
          <p:graphicFrame>
            <p:nvGraphicFramePr>
              <p:cNvPr id="61455" name="Object 28"/>
              <p:cNvGraphicFramePr>
                <a:graphicFrameLocks/>
              </p:cNvGraphicFramePr>
              <p:nvPr/>
            </p:nvGraphicFramePr>
            <p:xfrm>
              <a:off x="545" y="2176"/>
              <a:ext cx="109" cy="204"/>
            </p:xfrm>
            <a:graphic>
              <a:graphicData uri="http://schemas.openxmlformats.org/presentationml/2006/ole">
                <p:oleObj spid="_x0000_s49155" r:id="rId6" imgW="2133600" imgH="3962400" progId="">
                  <p:embed/>
                </p:oleObj>
              </a:graphicData>
            </a:graphic>
          </p:graphicFrame>
          <p:graphicFrame>
            <p:nvGraphicFramePr>
              <p:cNvPr id="61456" name="Object 29"/>
              <p:cNvGraphicFramePr>
                <a:graphicFrameLocks/>
              </p:cNvGraphicFramePr>
              <p:nvPr/>
            </p:nvGraphicFramePr>
            <p:xfrm>
              <a:off x="521" y="2450"/>
              <a:ext cx="157" cy="204"/>
            </p:xfrm>
            <a:graphic>
              <a:graphicData uri="http://schemas.openxmlformats.org/presentationml/2006/ole">
                <p:oleObj spid="_x0000_s49156" r:id="rId7" imgW="3048000" imgH="3962400" progId="">
                  <p:embed/>
                </p:oleObj>
              </a:graphicData>
            </a:graphic>
          </p:graphicFrame>
          <p:graphicFrame>
            <p:nvGraphicFramePr>
              <p:cNvPr id="61457" name="Object 30"/>
              <p:cNvGraphicFramePr>
                <a:graphicFrameLocks/>
              </p:cNvGraphicFramePr>
              <p:nvPr/>
            </p:nvGraphicFramePr>
            <p:xfrm>
              <a:off x="539" y="2759"/>
              <a:ext cx="135" cy="212"/>
            </p:xfrm>
            <a:graphic>
              <a:graphicData uri="http://schemas.openxmlformats.org/presentationml/2006/ole">
                <p:oleObj spid="_x0000_s49157" r:id="rId8" imgW="2743200" imgH="4267200" progId="">
                  <p:embed/>
                </p:oleObj>
              </a:graphicData>
            </a:graphic>
          </p:graphicFrame>
          <p:graphicFrame>
            <p:nvGraphicFramePr>
              <p:cNvPr id="61458" name="Object 32"/>
              <p:cNvGraphicFramePr>
                <a:graphicFrameLocks/>
              </p:cNvGraphicFramePr>
              <p:nvPr/>
            </p:nvGraphicFramePr>
            <p:xfrm>
              <a:off x="517" y="1677"/>
              <a:ext cx="162" cy="228"/>
            </p:xfrm>
            <a:graphic>
              <a:graphicData uri="http://schemas.openxmlformats.org/presentationml/2006/ole">
                <p:oleObj spid="_x0000_s49158" r:id="rId9" imgW="3048000" imgH="4267200" progId="">
                  <p:embed/>
                </p:oleObj>
              </a:graphicData>
            </a:graphic>
          </p:graphicFrame>
          <p:graphicFrame>
            <p:nvGraphicFramePr>
              <p:cNvPr id="61459" name="Object 33"/>
              <p:cNvGraphicFramePr>
                <a:graphicFrameLocks/>
              </p:cNvGraphicFramePr>
              <p:nvPr/>
            </p:nvGraphicFramePr>
            <p:xfrm>
              <a:off x="1630" y="1627"/>
              <a:ext cx="234" cy="279"/>
            </p:xfrm>
            <a:graphic>
              <a:graphicData uri="http://schemas.openxmlformats.org/presentationml/2006/ole">
                <p:oleObj spid="_x0000_s49159" r:id="rId10" imgW="4876800" imgH="5791200" progId="">
                  <p:embed/>
                </p:oleObj>
              </a:graphicData>
            </a:graphic>
          </p:graphicFrame>
          <p:graphicFrame>
            <p:nvGraphicFramePr>
              <p:cNvPr id="61460" name="Object 34"/>
              <p:cNvGraphicFramePr>
                <a:graphicFrameLocks/>
              </p:cNvGraphicFramePr>
              <p:nvPr/>
            </p:nvGraphicFramePr>
            <p:xfrm>
              <a:off x="2730" y="1654"/>
              <a:ext cx="307" cy="264"/>
            </p:xfrm>
            <a:graphic>
              <a:graphicData uri="http://schemas.openxmlformats.org/presentationml/2006/ole">
                <p:oleObj spid="_x0000_s49160" r:id="rId11" imgW="6705600" imgH="5791200" progId="">
                  <p:embed/>
                </p:oleObj>
              </a:graphicData>
            </a:graphic>
          </p:graphicFrame>
          <p:graphicFrame>
            <p:nvGraphicFramePr>
              <p:cNvPr id="61461" name="Object 35"/>
              <p:cNvGraphicFramePr>
                <a:graphicFrameLocks/>
              </p:cNvGraphicFramePr>
              <p:nvPr/>
            </p:nvGraphicFramePr>
            <p:xfrm>
              <a:off x="3875" y="1638"/>
              <a:ext cx="333" cy="264"/>
            </p:xfrm>
            <a:graphic>
              <a:graphicData uri="http://schemas.openxmlformats.org/presentationml/2006/ole">
                <p:oleObj spid="_x0000_s49161" r:id="rId12" imgW="7315200" imgH="5791200" progId="">
                  <p:embed/>
                </p:oleObj>
              </a:graphicData>
            </a:graphic>
          </p:graphicFrame>
          <p:graphicFrame>
            <p:nvGraphicFramePr>
              <p:cNvPr id="61462" name="Object 36"/>
              <p:cNvGraphicFramePr>
                <a:graphicFrameLocks/>
              </p:cNvGraphicFramePr>
              <p:nvPr/>
            </p:nvGraphicFramePr>
            <p:xfrm>
              <a:off x="4899" y="1624"/>
              <a:ext cx="372" cy="295"/>
            </p:xfrm>
            <a:graphic>
              <a:graphicData uri="http://schemas.openxmlformats.org/presentationml/2006/ole">
                <p:oleObj spid="_x0000_s49162" r:id="rId13" imgW="7315200" imgH="5791200" progId="">
                  <p:embed/>
                </p:oleObj>
              </a:graphicData>
            </a:graphic>
          </p:graphicFrame>
        </p:grpSp>
      </p:grpSp>
      <p:sp>
        <p:nvSpPr>
          <p:cNvPr id="237608" name="Text Box 40"/>
          <p:cNvSpPr txBox="1"/>
          <p:nvPr/>
        </p:nvSpPr>
        <p:spPr>
          <a:xfrm>
            <a:off x="2173288" y="4040188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0.920 735 5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09" name="Text Box 41"/>
          <p:cNvSpPr txBox="1"/>
          <p:nvPr/>
        </p:nvSpPr>
        <p:spPr>
          <a:xfrm>
            <a:off x="2173288" y="4421188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0.939 793 3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0" name="Text Box 42"/>
          <p:cNvSpPr txBox="1"/>
          <p:nvPr/>
        </p:nvSpPr>
        <p:spPr>
          <a:xfrm>
            <a:off x="2173288" y="4865688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0.944 513 5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1" name="Text Box 43"/>
          <p:cNvSpPr txBox="1"/>
          <p:nvPr/>
        </p:nvSpPr>
        <p:spPr>
          <a:xfrm>
            <a:off x="2176463" y="5330825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0.945 690 9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2" name="Text Box 44"/>
          <p:cNvSpPr txBox="1"/>
          <p:nvPr/>
        </p:nvSpPr>
        <p:spPr>
          <a:xfrm>
            <a:off x="3983038" y="4427538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0.946 145 9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3" name="Text Box 45"/>
          <p:cNvSpPr txBox="1"/>
          <p:nvPr/>
        </p:nvSpPr>
        <p:spPr>
          <a:xfrm>
            <a:off x="3983038" y="4872038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0.946 086 9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4" name="Text Box 46"/>
          <p:cNvSpPr txBox="1"/>
          <p:nvPr/>
        </p:nvSpPr>
        <p:spPr>
          <a:xfrm>
            <a:off x="3986213" y="5322888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0.946 083 4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5" name="Text Box 47"/>
          <p:cNvSpPr txBox="1"/>
          <p:nvPr/>
        </p:nvSpPr>
        <p:spPr>
          <a:xfrm>
            <a:off x="5805488" y="4876800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0.946 083 0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6" name="Text Box 48"/>
          <p:cNvSpPr txBox="1"/>
          <p:nvPr/>
        </p:nvSpPr>
        <p:spPr>
          <a:xfrm>
            <a:off x="5805488" y="5334000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0.946 083 1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37617" name="Text Box 49"/>
          <p:cNvSpPr txBox="1"/>
          <p:nvPr/>
        </p:nvSpPr>
        <p:spPr>
          <a:xfrm>
            <a:off x="7543800" y="5326063"/>
            <a:ext cx="13906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0.946 083 1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237624" name="Object 56"/>
          <p:cNvGraphicFramePr>
            <a:graphicFrameLocks/>
          </p:cNvGraphicFramePr>
          <p:nvPr/>
        </p:nvGraphicFramePr>
        <p:xfrm>
          <a:off x="3711575" y="919163"/>
          <a:ext cx="2360613" cy="866775"/>
        </p:xfrm>
        <a:graphic>
          <a:graphicData uri="http://schemas.openxmlformats.org/presentationml/2006/ole">
            <p:oleObj spid="_x0000_s49163" r:id="rId14" imgW="25603200" imgH="9448800" progId="">
              <p:embed/>
            </p:oleObj>
          </a:graphicData>
        </a:graphic>
      </p:graphicFrame>
      <p:graphicFrame>
        <p:nvGraphicFramePr>
          <p:cNvPr id="237625" name="Object 57"/>
          <p:cNvGraphicFramePr>
            <a:graphicFrameLocks/>
          </p:cNvGraphicFramePr>
          <p:nvPr/>
        </p:nvGraphicFramePr>
        <p:xfrm>
          <a:off x="6026150" y="928688"/>
          <a:ext cx="2752725" cy="866775"/>
        </p:xfrm>
        <a:graphic>
          <a:graphicData uri="http://schemas.openxmlformats.org/presentationml/2006/ole">
            <p:oleObj spid="_x0000_s49164" r:id="rId15" imgW="29870400" imgH="9448800" progId="">
              <p:embed/>
            </p:oleObj>
          </a:graphicData>
        </a:graphic>
      </p:graphicFrame>
      <p:graphicFrame>
        <p:nvGraphicFramePr>
          <p:cNvPr id="237626" name="Object 58"/>
          <p:cNvGraphicFramePr>
            <a:graphicFrameLocks/>
          </p:cNvGraphicFramePr>
          <p:nvPr/>
        </p:nvGraphicFramePr>
        <p:xfrm>
          <a:off x="6064250" y="4062413"/>
          <a:ext cx="2865438" cy="866775"/>
        </p:xfrm>
        <a:graphic>
          <a:graphicData uri="http://schemas.openxmlformats.org/presentationml/2006/ole">
            <p:oleObj spid="_x0000_s49165" r:id="rId16" imgW="31089600" imgH="9448800" progId="">
              <p:embed/>
            </p:oleObj>
          </a:graphicData>
        </a:graphic>
      </p:graphicFrame>
      <p:graphicFrame>
        <p:nvGraphicFramePr>
          <p:cNvPr id="237628" name="Object 60"/>
          <p:cNvGraphicFramePr>
            <a:graphicFrameLocks/>
          </p:cNvGraphicFramePr>
          <p:nvPr/>
        </p:nvGraphicFramePr>
        <p:xfrm>
          <a:off x="6003925" y="938213"/>
          <a:ext cx="2752725" cy="866775"/>
        </p:xfrm>
        <a:graphic>
          <a:graphicData uri="http://schemas.openxmlformats.org/presentationml/2006/ole">
            <p:oleObj spid="_x0000_s49166" r:id="rId17" imgW="29870400" imgH="94488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7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7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3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7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7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7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7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7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7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3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7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7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7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7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7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7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23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7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7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3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7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7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3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80" grpId="0"/>
      <p:bldP spid="237586" grpId="0" animBg="1"/>
      <p:bldP spid="237608" grpId="0"/>
      <p:bldP spid="237609" grpId="0"/>
      <p:bldP spid="237610" grpId="0"/>
      <p:bldP spid="237611" grpId="0"/>
      <p:bldP spid="237612" grpId="0"/>
      <p:bldP spid="237613" grpId="0"/>
      <p:bldP spid="237614" grpId="0"/>
      <p:bldP spid="237615" grpId="0"/>
      <p:bldP spid="237616" grpId="0"/>
      <p:bldP spid="23761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xfrm>
            <a:off x="533400" y="323850"/>
            <a:ext cx="7772400" cy="871538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龙贝格公式的计算过程</a:t>
            </a:r>
            <a:r>
              <a:rPr lang="zh-CN" altLang="en-US" dirty="0"/>
              <a:t> </a:t>
            </a:r>
          </a:p>
        </p:txBody>
      </p:sp>
      <p:sp>
        <p:nvSpPr>
          <p:cNvPr id="273411" name="Text Box 3"/>
          <p:cNvSpPr txBox="1"/>
          <p:nvPr/>
        </p:nvSpPr>
        <p:spPr>
          <a:xfrm>
            <a:off x="138113" y="1106488"/>
            <a:ext cx="34836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Step 1.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给定精度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&gt; 0</a:t>
            </a:r>
          </a:p>
        </p:txBody>
      </p:sp>
      <p:sp>
        <p:nvSpPr>
          <p:cNvPr id="44037" name="Text Box 5"/>
          <p:cNvSpPr txBox="1"/>
          <p:nvPr/>
        </p:nvSpPr>
        <p:spPr>
          <a:xfrm>
            <a:off x="172085" y="1628775"/>
            <a:ext cx="2077720" cy="5194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Step 2.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计算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pSp>
        <p:nvGrpSpPr>
          <p:cNvPr id="3" name="Group 21"/>
          <p:cNvGrpSpPr/>
          <p:nvPr/>
        </p:nvGrpSpPr>
        <p:grpSpPr>
          <a:xfrm>
            <a:off x="172085" y="3483611"/>
            <a:ext cx="6592888" cy="1743075"/>
            <a:chOff x="89" y="2000"/>
            <a:chExt cx="4153" cy="1098"/>
          </a:xfrm>
        </p:grpSpPr>
        <p:sp>
          <p:nvSpPr>
            <p:cNvPr id="44042" name="Text Box 11"/>
            <p:cNvSpPr txBox="1"/>
            <p:nvPr/>
          </p:nvSpPr>
          <p:spPr>
            <a:xfrm>
              <a:off x="89" y="2230"/>
              <a:ext cx="13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Step 3.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计算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44043" name="Object 12"/>
            <p:cNvGraphicFramePr>
              <a:graphicFrameLocks/>
            </p:cNvGraphicFramePr>
            <p:nvPr/>
          </p:nvGraphicFramePr>
          <p:xfrm>
            <a:off x="1450" y="2000"/>
            <a:ext cx="2792" cy="771"/>
          </p:xfrm>
          <a:graphic>
            <a:graphicData uri="http://schemas.openxmlformats.org/presentationml/2006/ole">
              <p:oleObj spid="_x0000_s195587" r:id="rId4" imgW="40538400" imgH="11277600" progId="Equation.3">
                <p:embed/>
              </p:oleObj>
            </a:graphicData>
          </a:graphic>
        </p:graphicFrame>
        <p:sp>
          <p:nvSpPr>
            <p:cNvPr id="44044" name="Text Box 14"/>
            <p:cNvSpPr txBox="1"/>
            <p:nvPr/>
          </p:nvSpPr>
          <p:spPr>
            <a:xfrm>
              <a:off x="110" y="2771"/>
              <a:ext cx="6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这里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</p:grpSp>
      <p:sp>
        <p:nvSpPr>
          <p:cNvPr id="273425" name="AutoShape 17"/>
          <p:cNvSpPr/>
          <p:nvPr/>
        </p:nvSpPr>
        <p:spPr>
          <a:xfrm>
            <a:off x="7597775" y="2334260"/>
            <a:ext cx="1546225" cy="2373630"/>
          </a:xfrm>
          <a:prstGeom prst="wedgeRoundRectCallout">
            <a:avLst>
              <a:gd name="adj1" fmla="val -186427"/>
              <a:gd name="adj2" fmla="val 83921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将每一个小子区间二等分，即步长折半。</a:t>
            </a:r>
            <a:r>
              <a:rPr lang="zh-CN" alt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/>
          </p:cNvGraphicFramePr>
          <p:nvPr/>
        </p:nvGraphicFramePr>
        <p:xfrm>
          <a:off x="1080453" y="2458720"/>
          <a:ext cx="6419850" cy="889635"/>
        </p:xfrm>
        <a:graphic>
          <a:graphicData uri="http://schemas.openxmlformats.org/presentationml/2006/ole">
            <p:oleObj spid="_x0000_s195586" r:id="rId5" imgW="2844720" imgH="393480" progId="Equation.3">
              <p:embed/>
            </p:oleObj>
          </a:graphicData>
        </a:graphic>
      </p:graphicFrame>
      <p:graphicFrame>
        <p:nvGraphicFramePr>
          <p:cNvPr id="5" name="Object 15"/>
          <p:cNvGraphicFramePr>
            <a:graphicFrameLocks/>
          </p:cNvGraphicFramePr>
          <p:nvPr/>
        </p:nvGraphicFramePr>
        <p:xfrm>
          <a:off x="1207667" y="4984886"/>
          <a:ext cx="6772012" cy="1182468"/>
        </p:xfrm>
        <a:graphic>
          <a:graphicData uri="http://schemas.openxmlformats.org/presentationml/2006/ole">
            <p:oleObj spid="_x0000_s195585" r:id="rId6" imgW="311148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/>
      <p:bldP spid="273425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/>
        </p:nvSpPr>
        <p:spPr>
          <a:xfrm>
            <a:off x="260349" y="408333"/>
            <a:ext cx="2498725" cy="87185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Step 4.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计算</a:t>
            </a:r>
          </a:p>
        </p:txBody>
      </p:sp>
      <p:pic>
        <p:nvPicPr>
          <p:cNvPr id="201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6389" y="1320512"/>
            <a:ext cx="6183313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8" name="Group 22"/>
          <p:cNvGrpSpPr/>
          <p:nvPr/>
        </p:nvGrpSpPr>
        <p:grpSpPr>
          <a:xfrm>
            <a:off x="469900" y="5020469"/>
            <a:ext cx="8118476" cy="1360489"/>
            <a:chOff x="75" y="618"/>
            <a:chExt cx="5114" cy="857"/>
          </a:xfrm>
        </p:grpSpPr>
        <p:sp>
          <p:nvSpPr>
            <p:cNvPr id="9" name="Text Box 23"/>
            <p:cNvSpPr txBox="1"/>
            <p:nvPr/>
          </p:nvSpPr>
          <p:spPr>
            <a:xfrm>
              <a:off x="75" y="723"/>
              <a:ext cx="124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>
              <a:defPPr>
                <a:defRPr lang="en-US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Step 5.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如果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pic>
          <p:nvPicPr>
            <p:cNvPr id="10" name="图片 9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254" y="618"/>
              <a:ext cx="1695" cy="43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1" name="Text Box 25"/>
            <p:cNvSpPr txBox="1"/>
            <p:nvPr/>
          </p:nvSpPr>
          <p:spPr>
            <a:xfrm>
              <a:off x="2768" y="706"/>
              <a:ext cx="2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>
              <a:defPPr>
                <a:defRPr lang="en-US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，则停止，输出值        ,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12" name="图片 1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674" y="706"/>
              <a:ext cx="431" cy="336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3" name="Text Box 27"/>
            <p:cNvSpPr txBox="1"/>
            <p:nvPr/>
          </p:nvSpPr>
          <p:spPr>
            <a:xfrm>
              <a:off x="758" y="1148"/>
              <a:ext cx="44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>
              <a:defPPr>
                <a:defRPr lang="en-US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否则，置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+1，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: =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/2 ，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转到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Step 3。</a:t>
              </a:r>
              <a:r>
                <a:rPr lang="en-US" altLang="zh-CN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01663" y="2343150"/>
            <a:ext cx="8070850" cy="3046413"/>
            <a:chOff x="947" y="3691"/>
            <a:chExt cx="12710" cy="4797"/>
          </a:xfrm>
        </p:grpSpPr>
        <p:sp>
          <p:nvSpPr>
            <p:cNvPr id="19458" name="文本框 3"/>
            <p:cNvSpPr txBox="1"/>
            <p:nvPr/>
          </p:nvSpPr>
          <p:spPr>
            <a:xfrm>
              <a:off x="947" y="3691"/>
              <a:ext cx="12710" cy="47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4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1. Romberg</a:t>
              </a:r>
              <a:r>
                <a:rPr lang="en-US" altLang="zh-CN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 </a:t>
              </a:r>
              <a:r>
                <a:rPr lang="zh-CN" altLang="en-US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算法的稳定性如何？</a:t>
              </a:r>
            </a:p>
            <a:p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endParaRPr>
            </a:p>
            <a:p>
              <a:r>
                <a:rPr lang="en-US" altLang="zh-CN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2. </a:t>
              </a:r>
              <a:r>
                <a:rPr lang="zh-CN" altLang="zh-CN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利用 </a:t>
              </a:r>
              <a:r>
                <a:rPr lang="en-US" altLang="zh-CN" sz="4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Romberg</a:t>
              </a:r>
              <a:r>
                <a:rPr lang="en-US" altLang="zh-CN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 </a:t>
              </a:r>
              <a:r>
                <a:rPr lang="zh-CN" altLang="zh-CN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序列</a:t>
              </a:r>
              <a:r>
                <a:rPr lang="zh-CN" altLang="en-US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           </a:t>
              </a:r>
              <a:r>
                <a:rPr lang="zh-CN" altLang="zh-CN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还可以继续进行外推</a:t>
              </a:r>
              <a:r>
                <a:rPr lang="zh-CN" altLang="en-US" sz="4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，得到具有更高阶求积精度的数值积分公式吗？</a:t>
              </a:r>
              <a:endParaRPr lang="zh-CN" altLang="en-US" sz="40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9459" name="Object 11"/>
            <p:cNvGraphicFramePr>
              <a:graphicFrameLocks/>
            </p:cNvGraphicFramePr>
            <p:nvPr/>
          </p:nvGraphicFramePr>
          <p:xfrm>
            <a:off x="8983" y="5369"/>
            <a:ext cx="1671" cy="1221"/>
          </p:xfrm>
          <a:graphic>
            <a:graphicData uri="http://schemas.openxmlformats.org/presentationml/2006/ole">
              <p:oleObj spid="_x0000_s276482" r:id="rId3" imgW="7924800" imgH="5791200" progId="Equation.3">
                <p:embed/>
              </p:oleObj>
            </a:graphicData>
          </a:graphic>
        </p:graphicFrame>
      </p:grpSp>
      <p:sp>
        <p:nvSpPr>
          <p:cNvPr id="19460" name="TextBox 11"/>
          <p:cNvSpPr txBox="1"/>
          <p:nvPr/>
        </p:nvSpPr>
        <p:spPr>
          <a:xfrm>
            <a:off x="3025775" y="908050"/>
            <a:ext cx="2193925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4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问题：</a:t>
            </a:r>
            <a:endParaRPr lang="en-US" altLang="zh-CN" sz="4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040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zh-CN" dirty="0"/>
              <a:t> </a:t>
            </a:r>
            <a:r>
              <a:rPr lang="zh-CN" altLang="zh-CN" b="1" dirty="0"/>
              <a:t>Newton-Cotes公式</a:t>
            </a:r>
            <a:r>
              <a:rPr lang="zh-CN" altLang="en-US" b="1" dirty="0"/>
              <a:t>的</a:t>
            </a:r>
            <a:r>
              <a:rPr lang="zh-CN" altLang="zh-CN" b="1" dirty="0"/>
              <a:t>数值稳定性</a:t>
            </a:r>
            <a:endParaRPr lang="zh-CN" altLang="en-US" b="1" dirty="0"/>
          </a:p>
        </p:txBody>
      </p:sp>
      <p:sp>
        <p:nvSpPr>
          <p:cNvPr id="301073" name="Rectangle 1041"/>
          <p:cNvSpPr>
            <a:spLocks noGrp="1"/>
          </p:cNvSpPr>
          <p:nvPr>
            <p:ph idx="1"/>
          </p:nvPr>
        </p:nvSpPr>
        <p:spPr>
          <a:xfrm>
            <a:off x="376238" y="1239838"/>
            <a:ext cx="4071937" cy="608012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什么是数值稳定性？</a:t>
            </a:r>
            <a:r>
              <a:rPr lang="zh-CN" altLang="en-US" sz="3200"/>
              <a:t> </a:t>
            </a:r>
          </a:p>
        </p:txBody>
      </p:sp>
      <p:sp>
        <p:nvSpPr>
          <p:cNvPr id="301059" name="Text Box 1027"/>
          <p:cNvSpPr txBox="1"/>
          <p:nvPr/>
        </p:nvSpPr>
        <p:spPr>
          <a:xfrm>
            <a:off x="184150" y="4786313"/>
            <a:ext cx="8737600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Comic Sans MS" panose="030F0702030302020204" pitchFamily="66" charset="0"/>
              </a:rPr>
              <a:t>     </a:t>
            </a:r>
            <a:r>
              <a:rPr lang="zh-CN" altLang="en-US" b="1">
                <a:solidFill>
                  <a:schemeClr val="tx1"/>
                </a:solidFill>
                <a:latin typeface="Comic Sans MS" panose="030F0702030302020204" pitchFamily="66" charset="0"/>
              </a:rPr>
              <a:t>设在节点 </a:t>
            </a:r>
            <a:r>
              <a:rPr lang="en-US" altLang="en-US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="1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 ( </a:t>
            </a:r>
            <a:r>
              <a:rPr lang="en-US" altLang="en-US" b="1" i="1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 = 0, 1, </a:t>
            </a:r>
            <a:r>
              <a:rPr lang="en-US" altLang="en-US" b="1" baseline="16000">
                <a:solidFill>
                  <a:schemeClr val="tx1"/>
                </a:solidFill>
                <a:latin typeface="Times New Roman" panose="02020603050405020304" pitchFamily="18" charset="0"/>
              </a:rPr>
              <a:t>. . .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处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的精确值为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),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" name="Group 1039"/>
          <p:cNvGrpSpPr/>
          <p:nvPr/>
        </p:nvGrpSpPr>
        <p:grpSpPr>
          <a:xfrm>
            <a:off x="1808163" y="5453063"/>
            <a:ext cx="6192837" cy="635000"/>
            <a:chOff x="981" y="1626"/>
            <a:chExt cx="3901" cy="400"/>
          </a:xfrm>
        </p:grpSpPr>
        <p:sp>
          <p:nvSpPr>
            <p:cNvPr id="20485" name="Text Box 1028"/>
            <p:cNvSpPr txBox="1"/>
            <p:nvPr/>
          </p:nvSpPr>
          <p:spPr>
            <a:xfrm>
              <a:off x="981" y="1654"/>
              <a:ext cx="390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而实际参加</a:t>
              </a:r>
              <a:r>
                <a:rPr lang="zh-CN" altLang="en-US">
                  <a:solidFill>
                    <a:schemeClr val="tx1"/>
                  </a:solidFill>
                  <a:latin typeface="Comic Sans MS" panose="030F0702030302020204" pitchFamily="66" charset="0"/>
                </a:rPr>
                <a:t>运算的近似值为       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0486" name="Object 1029"/>
            <p:cNvGraphicFramePr>
              <a:graphicFrameLocks/>
            </p:cNvGraphicFramePr>
            <p:nvPr/>
          </p:nvGraphicFramePr>
          <p:xfrm>
            <a:off x="4059" y="1626"/>
            <a:ext cx="621" cy="400"/>
          </p:xfrm>
          <a:graphic>
            <a:graphicData uri="http://schemas.openxmlformats.org/presentationml/2006/ole">
              <p:oleObj spid="_x0000_s277506" r:id="rId3" imgW="9448800" imgH="6096000" progId="">
                <p:embed/>
              </p:oleObj>
            </a:graphicData>
          </a:graphic>
        </p:graphicFrame>
      </p:grpSp>
      <p:sp>
        <p:nvSpPr>
          <p:cNvPr id="301074" name="Text Box 1042"/>
          <p:cNvSpPr txBox="1"/>
          <p:nvPr/>
        </p:nvSpPr>
        <p:spPr>
          <a:xfrm>
            <a:off x="258763" y="1168400"/>
            <a:ext cx="8383587" cy="3597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对于某一给定的算法，原始数据的误差为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ε，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且假设在运算过程中的其它误差都是由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ε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引起的，如果误差在一定条件下能够得到控制，即数值计算结果的误差至多是原始数据误差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ε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的同阶无穷小量，则称该算法是数值稳定的；否则称该算法是数值不稳定的。</a:t>
            </a:r>
            <a:r>
              <a:rPr lang="zh-CN" altLang="en-US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01077" name="Object 1045"/>
          <p:cNvGraphicFramePr>
            <a:graphicFrameLocks/>
          </p:cNvGraphicFramePr>
          <p:nvPr/>
        </p:nvGraphicFramePr>
        <p:xfrm>
          <a:off x="2255838" y="4902200"/>
          <a:ext cx="4229100" cy="1038225"/>
        </p:xfrm>
        <a:graphic>
          <a:graphicData uri="http://schemas.openxmlformats.org/presentationml/2006/ole">
            <p:oleObj spid="_x0000_s277507" r:id="rId4" imgW="42062400" imgH="103632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1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1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73" grpId="0" build="p"/>
      <p:bldP spid="301059" grpId="0"/>
      <p:bldP spid="30107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871538"/>
          </a:xfrm>
          <a:ln/>
        </p:spPr>
        <p:txBody>
          <a:bodyPr vert="horz" wrap="square" lIns="91440" tIns="45720" rIns="91440" bIns="45720" anchor="ctr" anchorCtr="0"/>
          <a:lstStyle/>
          <a:p>
            <a:pPr algn="l"/>
            <a:r>
              <a:rPr lang="zh-CN" altLang="en-US" u="none">
                <a:solidFill>
                  <a:schemeClr val="tx1"/>
                </a:solidFill>
                <a:latin typeface="Times New Roman" panose="02020603050405020304" pitchFamily="18" charset="0"/>
              </a:rPr>
              <a:t>令</a:t>
            </a:r>
            <a:endParaRPr lang="zh-CN" altLang="en-US"/>
          </a:p>
        </p:txBody>
      </p:sp>
      <p:sp>
        <p:nvSpPr>
          <p:cNvPr id="223254" name="Rectangle 22"/>
          <p:cNvSpPr>
            <a:spLocks noGrp="1"/>
          </p:cNvSpPr>
          <p:nvPr>
            <p:ph idx="1"/>
          </p:nvPr>
        </p:nvSpPr>
        <p:spPr>
          <a:xfrm>
            <a:off x="269875" y="1419225"/>
            <a:ext cx="8504238" cy="118110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lang="zh-CN" altLang="en-US" sz="3200" b="1"/>
              <a:t>利用 </a:t>
            </a:r>
            <a:r>
              <a:rPr lang="en-US" altLang="zh-CN" sz="3200" b="1">
                <a:latin typeface="Times New Roman" panose="02020603050405020304" pitchFamily="18" charset="0"/>
              </a:rPr>
              <a:t>Newton-Cotes </a:t>
            </a:r>
            <a:r>
              <a:rPr lang="zh-CN" altLang="zh-CN" sz="3200" b="1">
                <a:latin typeface="Times New Roman" panose="02020603050405020304" pitchFamily="18" charset="0"/>
              </a:rPr>
              <a:t>公式求解</a:t>
            </a:r>
            <a:r>
              <a:rPr lang="zh-CN" altLang="en-US" sz="3200" b="1">
                <a:latin typeface="Times New Roman" panose="02020603050405020304" pitchFamily="18" charset="0"/>
              </a:rPr>
              <a:t>, 由此引起的计算结果的绝对误差为</a:t>
            </a:r>
          </a:p>
        </p:txBody>
      </p:sp>
      <p:graphicFrame>
        <p:nvGraphicFramePr>
          <p:cNvPr id="223245" name="Object 13"/>
          <p:cNvGraphicFramePr>
            <a:graphicFrameLocks/>
          </p:cNvGraphicFramePr>
          <p:nvPr/>
        </p:nvGraphicFramePr>
        <p:xfrm>
          <a:off x="1370013" y="174625"/>
          <a:ext cx="5683250" cy="1328738"/>
        </p:xfrm>
        <a:graphic>
          <a:graphicData uri="http://schemas.openxmlformats.org/presentationml/2006/ole">
            <p:oleObj spid="_x0000_s278530" r:id="rId3" imgW="54559200" imgH="12801600" progId="">
              <p:embed/>
            </p:oleObj>
          </a:graphicData>
        </a:graphic>
      </p:graphicFrame>
      <p:graphicFrame>
        <p:nvGraphicFramePr>
          <p:cNvPr id="223247" name="Object 15"/>
          <p:cNvGraphicFramePr>
            <a:graphicFrameLocks/>
          </p:cNvGraphicFramePr>
          <p:nvPr/>
        </p:nvGraphicFramePr>
        <p:xfrm>
          <a:off x="725488" y="2582863"/>
          <a:ext cx="7272337" cy="1035050"/>
        </p:xfrm>
        <a:graphic>
          <a:graphicData uri="http://schemas.openxmlformats.org/presentationml/2006/ole">
            <p:oleObj spid="_x0000_s278531" r:id="rId4" imgW="72847200" imgH="10363200" progId="">
              <p:embed/>
            </p:oleObj>
          </a:graphicData>
        </a:graphic>
      </p:graphicFrame>
      <p:graphicFrame>
        <p:nvGraphicFramePr>
          <p:cNvPr id="223255" name="Object 23"/>
          <p:cNvGraphicFramePr>
            <a:graphicFrameLocks/>
          </p:cNvGraphicFramePr>
          <p:nvPr/>
        </p:nvGraphicFramePr>
        <p:xfrm>
          <a:off x="1308100" y="3606800"/>
          <a:ext cx="6572250" cy="1035050"/>
        </p:xfrm>
        <a:graphic>
          <a:graphicData uri="http://schemas.openxmlformats.org/presentationml/2006/ole">
            <p:oleObj spid="_x0000_s278532" r:id="rId5" imgW="65836800" imgH="10363200" progId="">
              <p:embed/>
            </p:oleObj>
          </a:graphicData>
        </a:graphic>
      </p:graphicFrame>
      <p:graphicFrame>
        <p:nvGraphicFramePr>
          <p:cNvPr id="223256" name="Object 24"/>
          <p:cNvGraphicFramePr>
            <a:graphicFrameLocks/>
          </p:cNvGraphicFramePr>
          <p:nvPr/>
        </p:nvGraphicFramePr>
        <p:xfrm>
          <a:off x="1303338" y="4618038"/>
          <a:ext cx="3041650" cy="1035050"/>
        </p:xfrm>
        <a:graphic>
          <a:graphicData uri="http://schemas.openxmlformats.org/presentationml/2006/ole">
            <p:oleObj spid="_x0000_s278533" r:id="rId6" imgW="30480000" imgH="10363200" progId="">
              <p:embed/>
            </p:oleObj>
          </a:graphicData>
        </a:graphic>
      </p:graphicFrame>
      <p:graphicFrame>
        <p:nvGraphicFramePr>
          <p:cNvPr id="223257" name="Object 25"/>
          <p:cNvGraphicFramePr>
            <a:graphicFrameLocks/>
          </p:cNvGraphicFramePr>
          <p:nvPr/>
        </p:nvGraphicFramePr>
        <p:xfrm>
          <a:off x="4494213" y="252413"/>
          <a:ext cx="4229100" cy="1038225"/>
        </p:xfrm>
        <a:graphic>
          <a:graphicData uri="http://schemas.openxmlformats.org/presentationml/2006/ole">
            <p:oleObj spid="_x0000_s278534" r:id="rId7" imgW="42062400" imgH="10363200" progId="">
              <p:embed/>
            </p:oleObj>
          </a:graphicData>
        </a:graphic>
      </p:graphicFrame>
      <p:sp>
        <p:nvSpPr>
          <p:cNvPr id="11" name="矩形 10"/>
          <p:cNvSpPr/>
          <p:nvPr/>
        </p:nvSpPr>
        <p:spPr>
          <a:xfrm>
            <a:off x="2843213" y="4638675"/>
            <a:ext cx="1346200" cy="1014413"/>
          </a:xfrm>
          <a:prstGeom prst="rect">
            <a:avLst/>
          </a:prstGeom>
          <a:noFill/>
          <a:ln w="444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 defTabSz="914400" eaLnBrk="0" hangingPunct="0">
              <a:buNone/>
            </a:pPr>
            <a:endParaRPr lang="zh-CN" altLang="en-US" baseline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2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22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54" grpId="0" build="p"/>
      <p:bldP spid="1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/>
          </p:cNvSpPr>
          <p:nvPr>
            <p:ph type="title"/>
          </p:nvPr>
        </p:nvSpPr>
        <p:spPr>
          <a:xfrm>
            <a:off x="590550" y="-260350"/>
            <a:ext cx="7772400" cy="11430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zh-CN" sz="2800">
                <a:solidFill>
                  <a:srgbClr val="0033CC"/>
                </a:solidFill>
              </a:rPr>
              <a:t> </a:t>
            </a:r>
            <a:r>
              <a:rPr lang="zh-CN" altLang="zh-CN" sz="2800" b="1">
                <a:solidFill>
                  <a:srgbClr val="0033CC"/>
                </a:solidFill>
              </a:rPr>
              <a:t>n = 1~8 的Cotes系数</a:t>
            </a:r>
            <a:endParaRPr lang="zh-CN" altLang="en-US" b="1"/>
          </a:p>
        </p:txBody>
      </p:sp>
      <p:grpSp>
        <p:nvGrpSpPr>
          <p:cNvPr id="2" name="Group 34"/>
          <p:cNvGrpSpPr/>
          <p:nvPr/>
        </p:nvGrpSpPr>
        <p:grpSpPr>
          <a:xfrm>
            <a:off x="1201738" y="5827713"/>
            <a:ext cx="7461250" cy="698500"/>
            <a:chOff x="389" y="3250"/>
            <a:chExt cx="4700" cy="440"/>
          </a:xfrm>
        </p:grpSpPr>
        <p:graphicFrame>
          <p:nvGraphicFramePr>
            <p:cNvPr id="22531" name="Object 24"/>
            <p:cNvGraphicFramePr>
              <a:graphicFrameLocks/>
            </p:cNvGraphicFramePr>
            <p:nvPr/>
          </p:nvGraphicFramePr>
          <p:xfrm>
            <a:off x="389" y="3250"/>
            <a:ext cx="475" cy="435"/>
          </p:xfrm>
          <a:graphic>
            <a:graphicData uri="http://schemas.openxmlformats.org/presentationml/2006/ole">
              <p:oleObj spid="_x0000_s279554" r:id="rId3" imgW="11277600" imgH="10363200" progId="">
                <p:embed/>
              </p:oleObj>
            </a:graphicData>
          </a:graphic>
        </p:graphicFrame>
        <p:graphicFrame>
          <p:nvGraphicFramePr>
            <p:cNvPr id="22532" name="Object 25"/>
            <p:cNvGraphicFramePr>
              <a:graphicFrameLocks/>
            </p:cNvGraphicFramePr>
            <p:nvPr/>
          </p:nvGraphicFramePr>
          <p:xfrm>
            <a:off x="909" y="3251"/>
            <a:ext cx="475" cy="435"/>
          </p:xfrm>
          <a:graphic>
            <a:graphicData uri="http://schemas.openxmlformats.org/presentationml/2006/ole">
              <p:oleObj spid="_x0000_s279555" r:id="rId4" imgW="11277600" imgH="10363200" progId="">
                <p:embed/>
              </p:oleObj>
            </a:graphicData>
          </a:graphic>
        </p:graphicFrame>
        <p:graphicFrame>
          <p:nvGraphicFramePr>
            <p:cNvPr id="22533" name="Object 26"/>
            <p:cNvGraphicFramePr>
              <a:graphicFrameLocks/>
            </p:cNvGraphicFramePr>
            <p:nvPr/>
          </p:nvGraphicFramePr>
          <p:xfrm>
            <a:off x="1444" y="3253"/>
            <a:ext cx="475" cy="435"/>
          </p:xfrm>
          <a:graphic>
            <a:graphicData uri="http://schemas.openxmlformats.org/presentationml/2006/ole">
              <p:oleObj spid="_x0000_s279556" r:id="rId5" imgW="11277600" imgH="10363200" progId="">
                <p:embed/>
              </p:oleObj>
            </a:graphicData>
          </a:graphic>
        </p:graphicFrame>
        <p:graphicFrame>
          <p:nvGraphicFramePr>
            <p:cNvPr id="22534" name="Object 27"/>
            <p:cNvGraphicFramePr>
              <a:graphicFrameLocks/>
            </p:cNvGraphicFramePr>
            <p:nvPr/>
          </p:nvGraphicFramePr>
          <p:xfrm>
            <a:off x="1969" y="3254"/>
            <a:ext cx="475" cy="435"/>
          </p:xfrm>
          <a:graphic>
            <a:graphicData uri="http://schemas.openxmlformats.org/presentationml/2006/ole">
              <p:oleObj spid="_x0000_s279557" r:id="rId6" imgW="11277600" imgH="10363200" progId="">
                <p:embed/>
              </p:oleObj>
            </a:graphicData>
          </a:graphic>
        </p:graphicFrame>
        <p:graphicFrame>
          <p:nvGraphicFramePr>
            <p:cNvPr id="22535" name="Object 28"/>
            <p:cNvGraphicFramePr>
              <a:graphicFrameLocks/>
            </p:cNvGraphicFramePr>
            <p:nvPr/>
          </p:nvGraphicFramePr>
          <p:xfrm>
            <a:off x="2497" y="3253"/>
            <a:ext cx="499" cy="435"/>
          </p:xfrm>
          <a:graphic>
            <a:graphicData uri="http://schemas.openxmlformats.org/presentationml/2006/ole">
              <p:oleObj spid="_x0000_s279558" r:id="rId7" imgW="11887200" imgH="10363200" progId="">
                <p:embed/>
              </p:oleObj>
            </a:graphicData>
          </a:graphic>
        </p:graphicFrame>
        <p:graphicFrame>
          <p:nvGraphicFramePr>
            <p:cNvPr id="22536" name="Object 29"/>
            <p:cNvGraphicFramePr>
              <a:graphicFrameLocks/>
            </p:cNvGraphicFramePr>
            <p:nvPr/>
          </p:nvGraphicFramePr>
          <p:xfrm>
            <a:off x="3032" y="3250"/>
            <a:ext cx="475" cy="435"/>
          </p:xfrm>
          <a:graphic>
            <a:graphicData uri="http://schemas.openxmlformats.org/presentationml/2006/ole">
              <p:oleObj spid="_x0000_s279559" r:id="rId8" imgW="11277600" imgH="10363200" progId="">
                <p:embed/>
              </p:oleObj>
            </a:graphicData>
          </a:graphic>
        </p:graphicFrame>
        <p:graphicFrame>
          <p:nvGraphicFramePr>
            <p:cNvPr id="22537" name="Object 30"/>
            <p:cNvGraphicFramePr>
              <a:graphicFrameLocks/>
            </p:cNvGraphicFramePr>
            <p:nvPr/>
          </p:nvGraphicFramePr>
          <p:xfrm>
            <a:off x="3571" y="3255"/>
            <a:ext cx="475" cy="435"/>
          </p:xfrm>
          <a:graphic>
            <a:graphicData uri="http://schemas.openxmlformats.org/presentationml/2006/ole">
              <p:oleObj spid="_x0000_s279560" r:id="rId9" imgW="11277600" imgH="10363200" progId="">
                <p:embed/>
              </p:oleObj>
            </a:graphicData>
          </a:graphic>
        </p:graphicFrame>
        <p:graphicFrame>
          <p:nvGraphicFramePr>
            <p:cNvPr id="22538" name="Object 31"/>
            <p:cNvGraphicFramePr>
              <a:graphicFrameLocks/>
            </p:cNvGraphicFramePr>
            <p:nvPr/>
          </p:nvGraphicFramePr>
          <p:xfrm>
            <a:off x="4091" y="3253"/>
            <a:ext cx="475" cy="435"/>
          </p:xfrm>
          <a:graphic>
            <a:graphicData uri="http://schemas.openxmlformats.org/presentationml/2006/ole">
              <p:oleObj spid="_x0000_s279561" r:id="rId10" imgW="11277600" imgH="10363200" progId="">
                <p:embed/>
              </p:oleObj>
            </a:graphicData>
          </a:graphic>
        </p:graphicFrame>
        <p:graphicFrame>
          <p:nvGraphicFramePr>
            <p:cNvPr id="22539" name="Object 32"/>
            <p:cNvGraphicFramePr>
              <a:graphicFrameLocks/>
            </p:cNvGraphicFramePr>
            <p:nvPr/>
          </p:nvGraphicFramePr>
          <p:xfrm>
            <a:off x="4614" y="3252"/>
            <a:ext cx="475" cy="435"/>
          </p:xfrm>
          <a:graphic>
            <a:graphicData uri="http://schemas.openxmlformats.org/presentationml/2006/ole">
              <p:oleObj spid="_x0000_s279562" r:id="rId11" imgW="11277600" imgH="10363200" progId="">
                <p:embed/>
              </p:oleObj>
            </a:graphicData>
          </a:graphic>
        </p:graphicFrame>
      </p:grpSp>
      <p:grpSp>
        <p:nvGrpSpPr>
          <p:cNvPr id="3" name="Group 45"/>
          <p:cNvGrpSpPr/>
          <p:nvPr/>
        </p:nvGrpSpPr>
        <p:grpSpPr>
          <a:xfrm>
            <a:off x="1241425" y="5164138"/>
            <a:ext cx="6610350" cy="698500"/>
            <a:chOff x="414" y="3085"/>
            <a:chExt cx="4164" cy="440"/>
          </a:xfrm>
        </p:grpSpPr>
        <p:graphicFrame>
          <p:nvGraphicFramePr>
            <p:cNvPr id="22541" name="Object 36"/>
            <p:cNvGraphicFramePr>
              <a:graphicFrameLocks/>
            </p:cNvGraphicFramePr>
            <p:nvPr/>
          </p:nvGraphicFramePr>
          <p:xfrm>
            <a:off x="414" y="3085"/>
            <a:ext cx="462" cy="435"/>
          </p:xfrm>
          <a:graphic>
            <a:graphicData uri="http://schemas.openxmlformats.org/presentationml/2006/ole">
              <p:oleObj spid="_x0000_s279563" r:id="rId12" imgW="10972800" imgH="10363200" progId="">
                <p:embed/>
              </p:oleObj>
            </a:graphicData>
          </a:graphic>
        </p:graphicFrame>
        <p:graphicFrame>
          <p:nvGraphicFramePr>
            <p:cNvPr id="22542" name="Object 37"/>
            <p:cNvGraphicFramePr>
              <a:graphicFrameLocks/>
            </p:cNvGraphicFramePr>
            <p:nvPr/>
          </p:nvGraphicFramePr>
          <p:xfrm>
            <a:off x="934" y="3086"/>
            <a:ext cx="462" cy="435"/>
          </p:xfrm>
          <a:graphic>
            <a:graphicData uri="http://schemas.openxmlformats.org/presentationml/2006/ole">
              <p:oleObj spid="_x0000_s279564" r:id="rId13" imgW="10972800" imgH="10363200" progId="">
                <p:embed/>
              </p:oleObj>
            </a:graphicData>
          </a:graphic>
        </p:graphicFrame>
        <p:graphicFrame>
          <p:nvGraphicFramePr>
            <p:cNvPr id="22543" name="Object 38"/>
            <p:cNvGraphicFramePr>
              <a:graphicFrameLocks/>
            </p:cNvGraphicFramePr>
            <p:nvPr/>
          </p:nvGraphicFramePr>
          <p:xfrm>
            <a:off x="1469" y="3088"/>
            <a:ext cx="463" cy="435"/>
          </p:xfrm>
          <a:graphic>
            <a:graphicData uri="http://schemas.openxmlformats.org/presentationml/2006/ole">
              <p:oleObj spid="_x0000_s279565" r:id="rId14" imgW="10972800" imgH="10363200" progId="">
                <p:embed/>
              </p:oleObj>
            </a:graphicData>
          </a:graphic>
        </p:graphicFrame>
        <p:graphicFrame>
          <p:nvGraphicFramePr>
            <p:cNvPr id="22544" name="Object 39"/>
            <p:cNvGraphicFramePr>
              <a:graphicFrameLocks/>
            </p:cNvGraphicFramePr>
            <p:nvPr/>
          </p:nvGraphicFramePr>
          <p:xfrm>
            <a:off x="1994" y="3089"/>
            <a:ext cx="462" cy="435"/>
          </p:xfrm>
          <a:graphic>
            <a:graphicData uri="http://schemas.openxmlformats.org/presentationml/2006/ole">
              <p:oleObj spid="_x0000_s279566" r:id="rId15" imgW="10972800" imgH="10363200" progId="">
                <p:embed/>
              </p:oleObj>
            </a:graphicData>
          </a:graphic>
        </p:graphicFrame>
        <p:graphicFrame>
          <p:nvGraphicFramePr>
            <p:cNvPr id="22545" name="Object 40"/>
            <p:cNvGraphicFramePr>
              <a:graphicFrameLocks/>
            </p:cNvGraphicFramePr>
            <p:nvPr/>
          </p:nvGraphicFramePr>
          <p:xfrm>
            <a:off x="2534" y="3088"/>
            <a:ext cx="462" cy="435"/>
          </p:xfrm>
          <a:graphic>
            <a:graphicData uri="http://schemas.openxmlformats.org/presentationml/2006/ole">
              <p:oleObj spid="_x0000_s279567" r:id="rId16" imgW="10972800" imgH="10363200" progId="">
                <p:embed/>
              </p:oleObj>
            </a:graphicData>
          </a:graphic>
        </p:graphicFrame>
        <p:graphicFrame>
          <p:nvGraphicFramePr>
            <p:cNvPr id="22546" name="Object 41"/>
            <p:cNvGraphicFramePr>
              <a:graphicFrameLocks/>
            </p:cNvGraphicFramePr>
            <p:nvPr/>
          </p:nvGraphicFramePr>
          <p:xfrm>
            <a:off x="3057" y="3085"/>
            <a:ext cx="462" cy="435"/>
          </p:xfrm>
          <a:graphic>
            <a:graphicData uri="http://schemas.openxmlformats.org/presentationml/2006/ole">
              <p:oleObj spid="_x0000_s279568" r:id="rId17" imgW="10972800" imgH="10363200" progId="">
                <p:embed/>
              </p:oleObj>
            </a:graphicData>
          </a:graphic>
        </p:graphicFrame>
        <p:graphicFrame>
          <p:nvGraphicFramePr>
            <p:cNvPr id="22547" name="Object 42"/>
            <p:cNvGraphicFramePr>
              <a:graphicFrameLocks/>
            </p:cNvGraphicFramePr>
            <p:nvPr/>
          </p:nvGraphicFramePr>
          <p:xfrm>
            <a:off x="3596" y="3090"/>
            <a:ext cx="462" cy="435"/>
          </p:xfrm>
          <a:graphic>
            <a:graphicData uri="http://schemas.openxmlformats.org/presentationml/2006/ole">
              <p:oleObj spid="_x0000_s279569" r:id="rId18" imgW="10972800" imgH="10363200" progId="">
                <p:embed/>
              </p:oleObj>
            </a:graphicData>
          </a:graphic>
        </p:graphicFrame>
        <p:graphicFrame>
          <p:nvGraphicFramePr>
            <p:cNvPr id="22548" name="Object 43"/>
            <p:cNvGraphicFramePr>
              <a:graphicFrameLocks/>
            </p:cNvGraphicFramePr>
            <p:nvPr/>
          </p:nvGraphicFramePr>
          <p:xfrm>
            <a:off x="4116" y="3088"/>
            <a:ext cx="462" cy="435"/>
          </p:xfrm>
          <a:graphic>
            <a:graphicData uri="http://schemas.openxmlformats.org/presentationml/2006/ole">
              <p:oleObj spid="_x0000_s279570" r:id="rId19" imgW="10972800" imgH="10363200" progId="">
                <p:embed/>
              </p:oleObj>
            </a:graphicData>
          </a:graphic>
        </p:graphicFrame>
      </p:grpSp>
      <p:grpSp>
        <p:nvGrpSpPr>
          <p:cNvPr id="4" name="Group 63"/>
          <p:cNvGrpSpPr/>
          <p:nvPr/>
        </p:nvGrpSpPr>
        <p:grpSpPr>
          <a:xfrm>
            <a:off x="1389063" y="4468813"/>
            <a:ext cx="5453062" cy="649287"/>
            <a:chOff x="499" y="2607"/>
            <a:chExt cx="3435" cy="409"/>
          </a:xfrm>
        </p:grpSpPr>
        <p:graphicFrame>
          <p:nvGraphicFramePr>
            <p:cNvPr id="22550" name="Object 48"/>
            <p:cNvGraphicFramePr>
              <a:graphicFrameLocks/>
            </p:cNvGraphicFramePr>
            <p:nvPr/>
          </p:nvGraphicFramePr>
          <p:xfrm>
            <a:off x="499" y="2607"/>
            <a:ext cx="293" cy="396"/>
          </p:xfrm>
          <a:graphic>
            <a:graphicData uri="http://schemas.openxmlformats.org/presentationml/2006/ole">
              <p:oleObj spid="_x0000_s279571" r:id="rId20" imgW="7010400" imgH="9448800" progId="">
                <p:embed/>
              </p:oleObj>
            </a:graphicData>
          </a:graphic>
        </p:graphicFrame>
        <p:graphicFrame>
          <p:nvGraphicFramePr>
            <p:cNvPr id="22551" name="Object 49"/>
            <p:cNvGraphicFramePr>
              <a:graphicFrameLocks/>
            </p:cNvGraphicFramePr>
            <p:nvPr/>
          </p:nvGraphicFramePr>
          <p:xfrm>
            <a:off x="1041" y="2608"/>
            <a:ext cx="217" cy="396"/>
          </p:xfrm>
          <a:graphic>
            <a:graphicData uri="http://schemas.openxmlformats.org/presentationml/2006/ole">
              <p:oleObj spid="_x0000_s279572" r:id="rId21" imgW="5181600" imgH="9448800" progId="">
                <p:embed/>
              </p:oleObj>
            </a:graphicData>
          </a:graphic>
        </p:graphicFrame>
        <p:graphicFrame>
          <p:nvGraphicFramePr>
            <p:cNvPr id="22552" name="Object 50"/>
            <p:cNvGraphicFramePr>
              <a:graphicFrameLocks/>
            </p:cNvGraphicFramePr>
            <p:nvPr/>
          </p:nvGraphicFramePr>
          <p:xfrm>
            <a:off x="1540" y="2610"/>
            <a:ext cx="307" cy="396"/>
          </p:xfrm>
          <a:graphic>
            <a:graphicData uri="http://schemas.openxmlformats.org/presentationml/2006/ole">
              <p:oleObj spid="_x0000_s279573" r:id="rId22" imgW="7315200" imgH="9448800" progId="">
                <p:embed/>
              </p:oleObj>
            </a:graphicData>
          </a:graphic>
        </p:graphicFrame>
        <p:graphicFrame>
          <p:nvGraphicFramePr>
            <p:cNvPr id="22553" name="Object 51"/>
            <p:cNvGraphicFramePr>
              <a:graphicFrameLocks/>
            </p:cNvGraphicFramePr>
            <p:nvPr/>
          </p:nvGraphicFramePr>
          <p:xfrm>
            <a:off x="2076" y="2611"/>
            <a:ext cx="283" cy="397"/>
          </p:xfrm>
          <a:graphic>
            <a:graphicData uri="http://schemas.openxmlformats.org/presentationml/2006/ole">
              <p:oleObj spid="_x0000_s279574" r:id="rId23" imgW="6705600" imgH="9448800" progId="">
                <p:embed/>
              </p:oleObj>
            </a:graphicData>
          </a:graphic>
        </p:graphicFrame>
        <p:graphicFrame>
          <p:nvGraphicFramePr>
            <p:cNvPr id="22554" name="Object 52"/>
            <p:cNvGraphicFramePr>
              <a:graphicFrameLocks/>
            </p:cNvGraphicFramePr>
            <p:nvPr/>
          </p:nvGraphicFramePr>
          <p:xfrm>
            <a:off x="2596" y="2618"/>
            <a:ext cx="307" cy="397"/>
          </p:xfrm>
          <a:graphic>
            <a:graphicData uri="http://schemas.openxmlformats.org/presentationml/2006/ole">
              <p:oleObj spid="_x0000_s279575" r:id="rId24" imgW="7315200" imgH="9448800" progId="">
                <p:embed/>
              </p:oleObj>
            </a:graphicData>
          </a:graphic>
        </p:graphicFrame>
        <p:graphicFrame>
          <p:nvGraphicFramePr>
            <p:cNvPr id="22555" name="Object 53"/>
            <p:cNvGraphicFramePr>
              <a:graphicFrameLocks/>
            </p:cNvGraphicFramePr>
            <p:nvPr/>
          </p:nvGraphicFramePr>
          <p:xfrm>
            <a:off x="3164" y="2615"/>
            <a:ext cx="217" cy="397"/>
          </p:xfrm>
          <a:graphic>
            <a:graphicData uri="http://schemas.openxmlformats.org/presentationml/2006/ole">
              <p:oleObj spid="_x0000_s279576" r:id="rId25" imgW="5181600" imgH="9448800" progId="">
                <p:embed/>
              </p:oleObj>
            </a:graphicData>
          </a:graphic>
        </p:graphicFrame>
        <p:graphicFrame>
          <p:nvGraphicFramePr>
            <p:cNvPr id="22556" name="Object 54"/>
            <p:cNvGraphicFramePr>
              <a:graphicFrameLocks/>
            </p:cNvGraphicFramePr>
            <p:nvPr/>
          </p:nvGraphicFramePr>
          <p:xfrm>
            <a:off x="3641" y="2620"/>
            <a:ext cx="293" cy="396"/>
          </p:xfrm>
          <a:graphic>
            <a:graphicData uri="http://schemas.openxmlformats.org/presentationml/2006/ole">
              <p:oleObj spid="_x0000_s279577" r:id="rId26" imgW="7010400" imgH="9448800" progId="">
                <p:embed/>
              </p:oleObj>
            </a:graphicData>
          </a:graphic>
        </p:graphicFrame>
      </p:grpSp>
      <p:grpSp>
        <p:nvGrpSpPr>
          <p:cNvPr id="5" name="Group 69"/>
          <p:cNvGrpSpPr/>
          <p:nvPr/>
        </p:nvGrpSpPr>
        <p:grpSpPr>
          <a:xfrm>
            <a:off x="1436688" y="3084513"/>
            <a:ext cx="3684587" cy="647700"/>
            <a:chOff x="529" y="2127"/>
            <a:chExt cx="2321" cy="408"/>
          </a:xfrm>
        </p:grpSpPr>
        <p:graphicFrame>
          <p:nvGraphicFramePr>
            <p:cNvPr id="22558" name="Object 56"/>
            <p:cNvGraphicFramePr>
              <a:graphicFrameLocks/>
            </p:cNvGraphicFramePr>
            <p:nvPr/>
          </p:nvGraphicFramePr>
          <p:xfrm>
            <a:off x="529" y="2127"/>
            <a:ext cx="216" cy="396"/>
          </p:xfrm>
          <a:graphic>
            <a:graphicData uri="http://schemas.openxmlformats.org/presentationml/2006/ole">
              <p:oleObj spid="_x0000_s279578" r:id="rId27" imgW="5181600" imgH="9448800" progId="">
                <p:embed/>
              </p:oleObj>
            </a:graphicData>
          </a:graphic>
        </p:graphicFrame>
        <p:graphicFrame>
          <p:nvGraphicFramePr>
            <p:cNvPr id="22559" name="Object 57"/>
            <p:cNvGraphicFramePr>
              <a:graphicFrameLocks/>
            </p:cNvGraphicFramePr>
            <p:nvPr/>
          </p:nvGraphicFramePr>
          <p:xfrm>
            <a:off x="1033" y="2128"/>
            <a:ext cx="217" cy="396"/>
          </p:xfrm>
          <a:graphic>
            <a:graphicData uri="http://schemas.openxmlformats.org/presentationml/2006/ole">
              <p:oleObj spid="_x0000_s279579" r:id="rId28" imgW="5181600" imgH="9448800" progId="">
                <p:embed/>
              </p:oleObj>
            </a:graphicData>
          </a:graphic>
        </p:graphicFrame>
        <p:graphicFrame>
          <p:nvGraphicFramePr>
            <p:cNvPr id="22560" name="Object 58"/>
            <p:cNvGraphicFramePr>
              <a:graphicFrameLocks/>
            </p:cNvGraphicFramePr>
            <p:nvPr/>
          </p:nvGraphicFramePr>
          <p:xfrm>
            <a:off x="1583" y="2130"/>
            <a:ext cx="204" cy="396"/>
          </p:xfrm>
          <a:graphic>
            <a:graphicData uri="http://schemas.openxmlformats.org/presentationml/2006/ole">
              <p:oleObj spid="_x0000_s279580" r:id="rId29" imgW="4876800" imgH="9448800" progId="">
                <p:embed/>
              </p:oleObj>
            </a:graphicData>
          </a:graphic>
        </p:graphicFrame>
        <p:graphicFrame>
          <p:nvGraphicFramePr>
            <p:cNvPr id="22561" name="Object 59"/>
            <p:cNvGraphicFramePr>
              <a:graphicFrameLocks/>
            </p:cNvGraphicFramePr>
            <p:nvPr/>
          </p:nvGraphicFramePr>
          <p:xfrm>
            <a:off x="2101" y="2131"/>
            <a:ext cx="217" cy="397"/>
          </p:xfrm>
          <a:graphic>
            <a:graphicData uri="http://schemas.openxmlformats.org/presentationml/2006/ole">
              <p:oleObj spid="_x0000_s279581" r:id="rId30" imgW="5181600" imgH="9448800" progId="">
                <p:embed/>
              </p:oleObj>
            </a:graphicData>
          </a:graphic>
        </p:graphicFrame>
        <p:graphicFrame>
          <p:nvGraphicFramePr>
            <p:cNvPr id="22562" name="Object 60"/>
            <p:cNvGraphicFramePr>
              <a:graphicFrameLocks/>
            </p:cNvGraphicFramePr>
            <p:nvPr/>
          </p:nvGraphicFramePr>
          <p:xfrm>
            <a:off x="2633" y="2138"/>
            <a:ext cx="217" cy="397"/>
          </p:xfrm>
          <a:graphic>
            <a:graphicData uri="http://schemas.openxmlformats.org/presentationml/2006/ole">
              <p:oleObj spid="_x0000_s279582" r:id="rId31" imgW="5181600" imgH="9448800" progId="">
                <p:embed/>
              </p:oleObj>
            </a:graphicData>
          </a:graphic>
        </p:graphicFrame>
      </p:grpSp>
      <p:grpSp>
        <p:nvGrpSpPr>
          <p:cNvPr id="6" name="Group 74"/>
          <p:cNvGrpSpPr/>
          <p:nvPr/>
        </p:nvGrpSpPr>
        <p:grpSpPr>
          <a:xfrm>
            <a:off x="1495425" y="2424113"/>
            <a:ext cx="2720975" cy="636587"/>
            <a:chOff x="574" y="1623"/>
            <a:chExt cx="1714" cy="401"/>
          </a:xfrm>
        </p:grpSpPr>
        <p:graphicFrame>
          <p:nvGraphicFramePr>
            <p:cNvPr id="22564" name="Object 64"/>
            <p:cNvGraphicFramePr>
              <a:graphicFrameLocks/>
            </p:cNvGraphicFramePr>
            <p:nvPr/>
          </p:nvGraphicFramePr>
          <p:xfrm>
            <a:off x="574" y="1623"/>
            <a:ext cx="141" cy="396"/>
          </p:xfrm>
          <a:graphic>
            <a:graphicData uri="http://schemas.openxmlformats.org/presentationml/2006/ole">
              <p:oleObj spid="_x0000_s279583" r:id="rId32" imgW="3352800" imgH="9448800" progId="">
                <p:embed/>
              </p:oleObj>
            </a:graphicData>
          </a:graphic>
        </p:graphicFrame>
        <p:graphicFrame>
          <p:nvGraphicFramePr>
            <p:cNvPr id="22565" name="Object 65"/>
            <p:cNvGraphicFramePr>
              <a:graphicFrameLocks/>
            </p:cNvGraphicFramePr>
            <p:nvPr/>
          </p:nvGraphicFramePr>
          <p:xfrm>
            <a:off x="1079" y="1624"/>
            <a:ext cx="141" cy="396"/>
          </p:xfrm>
          <a:graphic>
            <a:graphicData uri="http://schemas.openxmlformats.org/presentationml/2006/ole">
              <p:oleObj spid="_x0000_s279584" r:id="rId33" imgW="3352800" imgH="9448800" progId="">
                <p:embed/>
              </p:oleObj>
            </a:graphicData>
          </a:graphic>
        </p:graphicFrame>
        <p:graphicFrame>
          <p:nvGraphicFramePr>
            <p:cNvPr id="22566" name="Object 66"/>
            <p:cNvGraphicFramePr>
              <a:graphicFrameLocks/>
            </p:cNvGraphicFramePr>
            <p:nvPr/>
          </p:nvGraphicFramePr>
          <p:xfrm>
            <a:off x="1622" y="1626"/>
            <a:ext cx="142" cy="396"/>
          </p:xfrm>
          <a:graphic>
            <a:graphicData uri="http://schemas.openxmlformats.org/presentationml/2006/ole">
              <p:oleObj spid="_x0000_s279585" r:id="rId34" imgW="3352800" imgH="9448800" progId="">
                <p:embed/>
              </p:oleObj>
            </a:graphicData>
          </a:graphic>
        </p:graphicFrame>
        <p:graphicFrame>
          <p:nvGraphicFramePr>
            <p:cNvPr id="22567" name="Object 67"/>
            <p:cNvGraphicFramePr>
              <a:graphicFrameLocks/>
            </p:cNvGraphicFramePr>
            <p:nvPr/>
          </p:nvGraphicFramePr>
          <p:xfrm>
            <a:off x="2147" y="1627"/>
            <a:ext cx="141" cy="397"/>
          </p:xfrm>
          <a:graphic>
            <a:graphicData uri="http://schemas.openxmlformats.org/presentationml/2006/ole">
              <p:oleObj spid="_x0000_s279586" r:id="rId35" imgW="3352800" imgH="9448800" progId="">
                <p:embed/>
              </p:oleObj>
            </a:graphicData>
          </a:graphic>
        </p:graphicFrame>
      </p:grpSp>
      <p:grpSp>
        <p:nvGrpSpPr>
          <p:cNvPr id="7" name="Group 78"/>
          <p:cNvGrpSpPr/>
          <p:nvPr/>
        </p:nvGrpSpPr>
        <p:grpSpPr>
          <a:xfrm>
            <a:off x="1495425" y="1763713"/>
            <a:ext cx="1889125" cy="633412"/>
            <a:chOff x="566" y="1159"/>
            <a:chExt cx="1190" cy="399"/>
          </a:xfrm>
        </p:grpSpPr>
        <p:graphicFrame>
          <p:nvGraphicFramePr>
            <p:cNvPr id="22569" name="Object 70"/>
            <p:cNvGraphicFramePr>
              <a:graphicFrameLocks/>
            </p:cNvGraphicFramePr>
            <p:nvPr/>
          </p:nvGraphicFramePr>
          <p:xfrm>
            <a:off x="566" y="1159"/>
            <a:ext cx="141" cy="396"/>
          </p:xfrm>
          <a:graphic>
            <a:graphicData uri="http://schemas.openxmlformats.org/presentationml/2006/ole">
              <p:oleObj spid="_x0000_s279587" r:id="rId36" imgW="3352800" imgH="9448800" progId="">
                <p:embed/>
              </p:oleObj>
            </a:graphicData>
          </a:graphic>
        </p:graphicFrame>
        <p:graphicFrame>
          <p:nvGraphicFramePr>
            <p:cNvPr id="22570" name="Object 71"/>
            <p:cNvGraphicFramePr>
              <a:graphicFrameLocks/>
            </p:cNvGraphicFramePr>
            <p:nvPr/>
          </p:nvGraphicFramePr>
          <p:xfrm>
            <a:off x="1066" y="1160"/>
            <a:ext cx="152" cy="396"/>
          </p:xfrm>
          <a:graphic>
            <a:graphicData uri="http://schemas.openxmlformats.org/presentationml/2006/ole">
              <p:oleObj spid="_x0000_s279588" r:id="rId37" imgW="3657600" imgH="9448800" progId="">
                <p:embed/>
              </p:oleObj>
            </a:graphicData>
          </a:graphic>
        </p:graphicFrame>
        <p:graphicFrame>
          <p:nvGraphicFramePr>
            <p:cNvPr id="22571" name="Object 72"/>
            <p:cNvGraphicFramePr>
              <a:graphicFrameLocks/>
            </p:cNvGraphicFramePr>
            <p:nvPr/>
          </p:nvGraphicFramePr>
          <p:xfrm>
            <a:off x="1614" y="1162"/>
            <a:ext cx="142" cy="396"/>
          </p:xfrm>
          <a:graphic>
            <a:graphicData uri="http://schemas.openxmlformats.org/presentationml/2006/ole">
              <p:oleObj spid="_x0000_s279589" r:id="rId38" imgW="3352800" imgH="9448800" progId="">
                <p:embed/>
              </p:oleObj>
            </a:graphicData>
          </a:graphic>
        </p:graphicFrame>
      </p:grpSp>
      <p:grpSp>
        <p:nvGrpSpPr>
          <p:cNvPr id="8" name="Group 79"/>
          <p:cNvGrpSpPr/>
          <p:nvPr/>
        </p:nvGrpSpPr>
        <p:grpSpPr>
          <a:xfrm>
            <a:off x="1487488" y="1103313"/>
            <a:ext cx="1042987" cy="630237"/>
            <a:chOff x="537" y="383"/>
            <a:chExt cx="657" cy="397"/>
          </a:xfrm>
        </p:grpSpPr>
        <p:graphicFrame>
          <p:nvGraphicFramePr>
            <p:cNvPr id="22573" name="Object 75"/>
            <p:cNvGraphicFramePr>
              <a:graphicFrameLocks/>
            </p:cNvGraphicFramePr>
            <p:nvPr/>
          </p:nvGraphicFramePr>
          <p:xfrm>
            <a:off x="537" y="383"/>
            <a:ext cx="152" cy="396"/>
          </p:xfrm>
          <a:graphic>
            <a:graphicData uri="http://schemas.openxmlformats.org/presentationml/2006/ole">
              <p:oleObj spid="_x0000_s279590" r:id="rId39" imgW="3657600" imgH="9448800" progId="">
                <p:embed/>
              </p:oleObj>
            </a:graphicData>
          </a:graphic>
        </p:graphicFrame>
        <p:graphicFrame>
          <p:nvGraphicFramePr>
            <p:cNvPr id="22574" name="Object 76"/>
            <p:cNvGraphicFramePr>
              <a:graphicFrameLocks/>
            </p:cNvGraphicFramePr>
            <p:nvPr/>
          </p:nvGraphicFramePr>
          <p:xfrm>
            <a:off x="1042" y="384"/>
            <a:ext cx="152" cy="396"/>
          </p:xfrm>
          <a:graphic>
            <a:graphicData uri="http://schemas.openxmlformats.org/presentationml/2006/ole">
              <p:oleObj spid="_x0000_s279591" r:id="rId40" imgW="3657600" imgH="9448800" progId="">
                <p:embed/>
              </p:oleObj>
            </a:graphicData>
          </a:graphic>
        </p:graphicFrame>
      </p:grpSp>
      <p:grpSp>
        <p:nvGrpSpPr>
          <p:cNvPr id="9" name="Group 108"/>
          <p:cNvGrpSpPr/>
          <p:nvPr/>
        </p:nvGrpSpPr>
        <p:grpSpPr>
          <a:xfrm>
            <a:off x="1381125" y="3775075"/>
            <a:ext cx="4637088" cy="647700"/>
            <a:chOff x="870" y="2378"/>
            <a:chExt cx="2921" cy="408"/>
          </a:xfrm>
        </p:grpSpPr>
        <p:graphicFrame>
          <p:nvGraphicFramePr>
            <p:cNvPr id="22576" name="Object 91"/>
            <p:cNvGraphicFramePr>
              <a:graphicFrameLocks/>
            </p:cNvGraphicFramePr>
            <p:nvPr/>
          </p:nvGraphicFramePr>
          <p:xfrm>
            <a:off x="870" y="2378"/>
            <a:ext cx="293" cy="396"/>
          </p:xfrm>
          <a:graphic>
            <a:graphicData uri="http://schemas.openxmlformats.org/presentationml/2006/ole">
              <p:oleObj spid="_x0000_s279592" r:id="rId41" imgW="7010400" imgH="9448800" progId="">
                <p:embed/>
              </p:oleObj>
            </a:graphicData>
          </a:graphic>
        </p:graphicFrame>
        <p:graphicFrame>
          <p:nvGraphicFramePr>
            <p:cNvPr id="22577" name="Object 92"/>
            <p:cNvGraphicFramePr>
              <a:graphicFrameLocks/>
            </p:cNvGraphicFramePr>
            <p:nvPr/>
          </p:nvGraphicFramePr>
          <p:xfrm>
            <a:off x="1412" y="2379"/>
            <a:ext cx="217" cy="396"/>
          </p:xfrm>
          <a:graphic>
            <a:graphicData uri="http://schemas.openxmlformats.org/presentationml/2006/ole">
              <p:oleObj spid="_x0000_s279593" r:id="rId42" imgW="5181600" imgH="9448800" progId="">
                <p:embed/>
              </p:oleObj>
            </a:graphicData>
          </a:graphic>
        </p:graphicFrame>
        <p:graphicFrame>
          <p:nvGraphicFramePr>
            <p:cNvPr id="22578" name="Object 93"/>
            <p:cNvGraphicFramePr>
              <a:graphicFrameLocks/>
            </p:cNvGraphicFramePr>
            <p:nvPr/>
          </p:nvGraphicFramePr>
          <p:xfrm>
            <a:off x="1923" y="2381"/>
            <a:ext cx="283" cy="396"/>
          </p:xfrm>
          <a:graphic>
            <a:graphicData uri="http://schemas.openxmlformats.org/presentationml/2006/ole">
              <p:oleObj spid="_x0000_s279594" r:id="rId43" imgW="6705600" imgH="9448800" progId="">
                <p:embed/>
              </p:oleObj>
            </a:graphicData>
          </a:graphic>
        </p:graphicFrame>
        <p:graphicFrame>
          <p:nvGraphicFramePr>
            <p:cNvPr id="22579" name="Object 94"/>
            <p:cNvGraphicFramePr>
              <a:graphicFrameLocks/>
            </p:cNvGraphicFramePr>
            <p:nvPr/>
          </p:nvGraphicFramePr>
          <p:xfrm>
            <a:off x="2447" y="2382"/>
            <a:ext cx="283" cy="397"/>
          </p:xfrm>
          <a:graphic>
            <a:graphicData uri="http://schemas.openxmlformats.org/presentationml/2006/ole">
              <p:oleObj spid="_x0000_s279595" r:id="rId44" imgW="6705600" imgH="9448800" progId="">
                <p:embed/>
              </p:oleObj>
            </a:graphicData>
          </a:graphic>
        </p:graphicFrame>
        <p:graphicFrame>
          <p:nvGraphicFramePr>
            <p:cNvPr id="22580" name="Object 95"/>
            <p:cNvGraphicFramePr>
              <a:graphicFrameLocks/>
            </p:cNvGraphicFramePr>
            <p:nvPr/>
          </p:nvGraphicFramePr>
          <p:xfrm>
            <a:off x="3012" y="2389"/>
            <a:ext cx="217" cy="397"/>
          </p:xfrm>
          <a:graphic>
            <a:graphicData uri="http://schemas.openxmlformats.org/presentationml/2006/ole">
              <p:oleObj spid="_x0000_s279596" r:id="rId45" imgW="5181600" imgH="9448800" progId="">
                <p:embed/>
              </p:oleObj>
            </a:graphicData>
          </a:graphic>
        </p:graphicFrame>
        <p:graphicFrame>
          <p:nvGraphicFramePr>
            <p:cNvPr id="22581" name="Object 96"/>
            <p:cNvGraphicFramePr>
              <a:graphicFrameLocks/>
            </p:cNvGraphicFramePr>
            <p:nvPr/>
          </p:nvGraphicFramePr>
          <p:xfrm>
            <a:off x="3497" y="2386"/>
            <a:ext cx="294" cy="397"/>
          </p:xfrm>
          <a:graphic>
            <a:graphicData uri="http://schemas.openxmlformats.org/presentationml/2006/ole">
              <p:oleObj spid="_x0000_s279597" r:id="rId46" imgW="7010400" imgH="9448800" progId="">
                <p:embed/>
              </p:oleObj>
            </a:graphicData>
          </a:graphic>
        </p:graphicFrame>
      </p:grpSp>
      <p:grpSp>
        <p:nvGrpSpPr>
          <p:cNvPr id="10" name="Group 107"/>
          <p:cNvGrpSpPr/>
          <p:nvPr/>
        </p:nvGrpSpPr>
        <p:grpSpPr>
          <a:xfrm>
            <a:off x="407988" y="561975"/>
            <a:ext cx="8558212" cy="5981700"/>
            <a:chOff x="257" y="354"/>
            <a:chExt cx="5391" cy="3768"/>
          </a:xfrm>
        </p:grpSpPr>
        <p:sp>
          <p:nvSpPr>
            <p:cNvPr id="22583" name="Line 16"/>
            <p:cNvSpPr/>
            <p:nvPr/>
          </p:nvSpPr>
          <p:spPr>
            <a:xfrm>
              <a:off x="258" y="368"/>
              <a:ext cx="5390" cy="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2584" name="Line 17"/>
            <p:cNvSpPr/>
            <p:nvPr/>
          </p:nvSpPr>
          <p:spPr>
            <a:xfrm>
              <a:off x="258" y="662"/>
              <a:ext cx="5382" cy="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2585" name="Text Box 18"/>
            <p:cNvSpPr txBox="1"/>
            <p:nvPr/>
          </p:nvSpPr>
          <p:spPr>
            <a:xfrm>
              <a:off x="334" y="35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zh-CN" altLang="en-US" sz="2400" i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6" name="Line 14"/>
            <p:cNvSpPr/>
            <p:nvPr/>
          </p:nvSpPr>
          <p:spPr>
            <a:xfrm>
              <a:off x="257" y="4109"/>
              <a:ext cx="5310" cy="6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2587" name="Object 81"/>
            <p:cNvGraphicFramePr>
              <a:graphicFrameLocks/>
            </p:cNvGraphicFramePr>
            <p:nvPr/>
          </p:nvGraphicFramePr>
          <p:xfrm>
            <a:off x="2483" y="384"/>
            <a:ext cx="340" cy="292"/>
          </p:xfrm>
          <a:graphic>
            <a:graphicData uri="http://schemas.openxmlformats.org/presentationml/2006/ole">
              <p:oleObj spid="_x0000_s279598" r:id="rId47" imgW="6705600" imgH="5791200" progId="">
                <p:embed/>
              </p:oleObj>
            </a:graphicData>
          </a:graphic>
        </p:graphicFrame>
        <p:sp>
          <p:nvSpPr>
            <p:cNvPr id="22588" name="Line 82"/>
            <p:cNvSpPr/>
            <p:nvPr/>
          </p:nvSpPr>
          <p:spPr>
            <a:xfrm>
              <a:off x="694" y="366"/>
              <a:ext cx="0" cy="375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2589" name="Text Box 83"/>
            <p:cNvSpPr txBox="1"/>
            <p:nvPr/>
          </p:nvSpPr>
          <p:spPr>
            <a:xfrm>
              <a:off x="331" y="807"/>
              <a:ext cx="1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2590" name="Text Box 84"/>
            <p:cNvSpPr txBox="1"/>
            <p:nvPr/>
          </p:nvSpPr>
          <p:spPr>
            <a:xfrm>
              <a:off x="317" y="1211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2591" name="Text Box 85"/>
            <p:cNvSpPr txBox="1"/>
            <p:nvPr/>
          </p:nvSpPr>
          <p:spPr>
            <a:xfrm>
              <a:off x="318" y="1662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2592" name="Text Box 86"/>
            <p:cNvSpPr txBox="1"/>
            <p:nvPr/>
          </p:nvSpPr>
          <p:spPr>
            <a:xfrm>
              <a:off x="327" y="2058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4</a:t>
              </a:r>
            </a:p>
          </p:txBody>
        </p:sp>
        <p:sp>
          <p:nvSpPr>
            <p:cNvPr id="22593" name="Text Box 87"/>
            <p:cNvSpPr txBox="1"/>
            <p:nvPr/>
          </p:nvSpPr>
          <p:spPr>
            <a:xfrm>
              <a:off x="326" y="2486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5</a:t>
              </a:r>
            </a:p>
          </p:txBody>
        </p:sp>
        <p:sp>
          <p:nvSpPr>
            <p:cNvPr id="22594" name="Text Box 88"/>
            <p:cNvSpPr txBox="1"/>
            <p:nvPr/>
          </p:nvSpPr>
          <p:spPr>
            <a:xfrm>
              <a:off x="326" y="2931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6</a:t>
              </a:r>
            </a:p>
          </p:txBody>
        </p:sp>
        <p:sp>
          <p:nvSpPr>
            <p:cNvPr id="22595" name="Text Box 89"/>
            <p:cNvSpPr txBox="1"/>
            <p:nvPr/>
          </p:nvSpPr>
          <p:spPr>
            <a:xfrm>
              <a:off x="350" y="3415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7</a:t>
              </a:r>
            </a:p>
          </p:txBody>
        </p:sp>
        <p:sp>
          <p:nvSpPr>
            <p:cNvPr id="22596" name="Text Box 106"/>
            <p:cNvSpPr txBox="1"/>
            <p:nvPr/>
          </p:nvSpPr>
          <p:spPr>
            <a:xfrm>
              <a:off x="344" y="3807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8</a:t>
              </a:r>
            </a:p>
          </p:txBody>
        </p:sp>
      </p:grpSp>
      <p:sp>
        <p:nvSpPr>
          <p:cNvPr id="70" name="矩形 69"/>
          <p:cNvSpPr/>
          <p:nvPr/>
        </p:nvSpPr>
        <p:spPr>
          <a:xfrm>
            <a:off x="1143000" y="5854700"/>
            <a:ext cx="7696200" cy="698500"/>
          </a:xfrm>
          <a:prstGeom prst="rect">
            <a:avLst/>
          </a:prstGeom>
          <a:noFill/>
          <a:ln w="476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 defTabSz="914400" eaLnBrk="0" hangingPunct="0">
              <a:buNone/>
            </a:pPr>
            <a:endParaRPr lang="zh-CN" altLang="en-US" baseline="0">
              <a:latin typeface="Comic Sans MS" panose="030F0702030302020204" pitchFamily="66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43000" y="1050925"/>
            <a:ext cx="1638300" cy="698500"/>
          </a:xfrm>
          <a:prstGeom prst="rect">
            <a:avLst/>
          </a:prstGeom>
          <a:noFill/>
          <a:ln w="476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 defTabSz="914400" eaLnBrk="0" hangingPunct="0">
              <a:buNone/>
            </a:pPr>
            <a:endParaRPr lang="zh-CN" altLang="en-US" baseline="0">
              <a:latin typeface="Comic Sans MS" panose="030F0702030302020204" pitchFamily="66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74750" y="1768475"/>
            <a:ext cx="2535238" cy="698500"/>
          </a:xfrm>
          <a:prstGeom prst="rect">
            <a:avLst/>
          </a:prstGeom>
          <a:noFill/>
          <a:ln w="476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 defTabSz="914400" eaLnBrk="0" hangingPunct="0">
              <a:buNone/>
            </a:pPr>
            <a:endParaRPr lang="zh-CN" altLang="en-US" baseline="0">
              <a:latin typeface="Comic Sans MS" panose="030F0702030302020204" pitchFamily="66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01725" y="3094038"/>
            <a:ext cx="4222750" cy="698500"/>
          </a:xfrm>
          <a:prstGeom prst="rect">
            <a:avLst/>
          </a:prstGeom>
          <a:noFill/>
          <a:ln w="476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 defTabSz="914400" eaLnBrk="0" hangingPunct="0">
              <a:buNone/>
            </a:pPr>
            <a:endParaRPr lang="zh-CN" altLang="en-US" baseline="0">
              <a:latin typeface="Comic Sans MS" panose="030F0702030302020204" pitchFamily="66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43000" y="4433888"/>
            <a:ext cx="5864225" cy="698500"/>
          </a:xfrm>
          <a:prstGeom prst="rect">
            <a:avLst/>
          </a:prstGeom>
          <a:noFill/>
          <a:ln w="476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 defTabSz="914400" eaLnBrk="0" hangingPunct="0">
              <a:buNone/>
            </a:pPr>
            <a:endParaRPr lang="zh-CN" altLang="en-US" baseline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ldLvl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9"/>
          <p:cNvGrpSpPr/>
          <p:nvPr/>
        </p:nvGrpSpPr>
        <p:grpSpPr>
          <a:xfrm>
            <a:off x="196850" y="371475"/>
            <a:ext cx="8659813" cy="1076325"/>
            <a:chOff x="124" y="234"/>
            <a:chExt cx="5455" cy="678"/>
          </a:xfrm>
        </p:grpSpPr>
        <p:graphicFrame>
          <p:nvGraphicFramePr>
            <p:cNvPr id="23554" name="Object 433"/>
            <p:cNvGraphicFramePr>
              <a:graphicFrameLocks/>
            </p:cNvGraphicFramePr>
            <p:nvPr/>
          </p:nvGraphicFramePr>
          <p:xfrm>
            <a:off x="3099" y="234"/>
            <a:ext cx="2480" cy="678"/>
          </p:xfrm>
          <a:graphic>
            <a:graphicData uri="http://schemas.openxmlformats.org/presentationml/2006/ole">
              <p:oleObj spid="_x0000_s280578" r:id="rId3" imgW="37795200" imgH="10363200" progId="">
                <p:embed/>
              </p:oleObj>
            </a:graphicData>
          </a:graphic>
        </p:graphicFrame>
        <p:sp>
          <p:nvSpPr>
            <p:cNvPr id="23555" name="Text Box 434"/>
            <p:cNvSpPr txBox="1"/>
            <p:nvPr/>
          </p:nvSpPr>
          <p:spPr>
            <a:xfrm>
              <a:off x="124" y="367"/>
              <a:ext cx="478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chemeClr val="tx1"/>
                  </a:solidFill>
                  <a:latin typeface="Comic Sans MS" panose="030F0702030302020204" pitchFamily="66" charset="0"/>
                </a:rPr>
                <a:t>若              同号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,则有</a:t>
              </a:r>
              <a:endParaRPr lang="zh-CN" altLang="en-US" b="1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3556" name="Object 435"/>
            <p:cNvGraphicFramePr>
              <a:graphicFrameLocks/>
            </p:cNvGraphicFramePr>
            <p:nvPr/>
          </p:nvGraphicFramePr>
          <p:xfrm>
            <a:off x="469" y="380"/>
            <a:ext cx="1501" cy="380"/>
          </p:xfrm>
          <a:graphic>
            <a:graphicData uri="http://schemas.openxmlformats.org/presentationml/2006/ole">
              <p:oleObj spid="_x0000_s280579" r:id="rId4" imgW="28041600" imgH="5791200" progId="">
                <p:embed/>
              </p:oleObj>
            </a:graphicData>
          </a:graphic>
        </p:graphicFrame>
      </p:grpSp>
      <p:grpSp>
        <p:nvGrpSpPr>
          <p:cNvPr id="3" name="Group 464"/>
          <p:cNvGrpSpPr/>
          <p:nvPr/>
        </p:nvGrpSpPr>
        <p:grpSpPr>
          <a:xfrm>
            <a:off x="244475" y="1924050"/>
            <a:ext cx="8526463" cy="1260475"/>
            <a:chOff x="144" y="1542"/>
            <a:chExt cx="5371" cy="794"/>
          </a:xfrm>
        </p:grpSpPr>
        <p:sp>
          <p:nvSpPr>
            <p:cNvPr id="23558" name="Text Box 432"/>
            <p:cNvSpPr txBox="1"/>
            <p:nvPr/>
          </p:nvSpPr>
          <p:spPr>
            <a:xfrm>
              <a:off x="144" y="1542"/>
              <a:ext cx="5371" cy="7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b="1">
                  <a:solidFill>
                    <a:schemeClr val="tx1"/>
                  </a:solidFill>
                  <a:latin typeface="Comic Sans MS" panose="030F0702030302020204" pitchFamily="66" charset="0"/>
                </a:rPr>
                <a:t>这表明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 由输入数据 </a:t>
              </a:r>
              <a:r>
                <a:rPr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i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zh-CN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的</a:t>
              </a:r>
              <a:r>
                <a:rPr lang="zh-CN" altLang="zh-CN" b="1">
                  <a:latin typeface="Times New Roman" panose="02020603050405020304" pitchFamily="18" charset="0"/>
                </a:rPr>
                <a:t>误差</a:t>
              </a:r>
              <a:r>
                <a:rPr lang="zh-CN" altLang="zh-CN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</a:t>
              </a:r>
              <a:r>
                <a:rPr lang="zh-CN" altLang="zh-CN" b="1">
                  <a:latin typeface="Times New Roman" panose="02020603050405020304" pitchFamily="18" charset="0"/>
                </a:rPr>
                <a:t>被             控制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endParaRPr lang="zh-CN" altLang="en-US" b="1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3559" name="Object 437"/>
            <p:cNvGraphicFramePr>
              <a:graphicFrameLocks/>
            </p:cNvGraphicFramePr>
            <p:nvPr/>
          </p:nvGraphicFramePr>
          <p:xfrm>
            <a:off x="3813" y="1595"/>
            <a:ext cx="260" cy="360"/>
          </p:xfrm>
          <a:graphic>
            <a:graphicData uri="http://schemas.openxmlformats.org/presentationml/2006/ole">
              <p:oleObj spid="_x0000_s280580" r:id="rId5" imgW="3962400" imgH="5486400" progId="">
                <p:embed/>
              </p:oleObj>
            </a:graphicData>
          </a:graphic>
        </p:graphicFrame>
        <p:graphicFrame>
          <p:nvGraphicFramePr>
            <p:cNvPr id="23560" name="Object 438"/>
            <p:cNvGraphicFramePr>
              <a:graphicFrameLocks/>
            </p:cNvGraphicFramePr>
            <p:nvPr/>
          </p:nvGraphicFramePr>
          <p:xfrm>
            <a:off x="4373" y="1636"/>
            <a:ext cx="820" cy="320"/>
          </p:xfrm>
          <a:graphic>
            <a:graphicData uri="http://schemas.openxmlformats.org/presentationml/2006/ole">
              <p:oleObj spid="_x0000_s280581" r:id="rId6" imgW="12496800" imgH="4876800" progId="">
                <p:embed/>
              </p:oleObj>
            </a:graphicData>
          </a:graphic>
        </p:graphicFrame>
      </p:grpSp>
      <p:grpSp>
        <p:nvGrpSpPr>
          <p:cNvPr id="4" name="Group 473"/>
          <p:cNvGrpSpPr/>
          <p:nvPr/>
        </p:nvGrpSpPr>
        <p:grpSpPr>
          <a:xfrm>
            <a:off x="214313" y="3000375"/>
            <a:ext cx="8609012" cy="1528763"/>
            <a:chOff x="135" y="1890"/>
            <a:chExt cx="5423" cy="963"/>
          </a:xfrm>
        </p:grpSpPr>
        <p:sp>
          <p:nvSpPr>
            <p:cNvPr id="23562" name="Text Box 440"/>
            <p:cNvSpPr txBox="1"/>
            <p:nvPr/>
          </p:nvSpPr>
          <p:spPr>
            <a:xfrm>
              <a:off x="135" y="1997"/>
              <a:ext cx="5423" cy="8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lnSpc>
                  <a:spcPct val="130000"/>
                </a:lnSpc>
              </a:pPr>
              <a:r>
                <a:rPr lang="zh-CN" altLang="en-US" b="1">
                  <a:solidFill>
                    <a:schemeClr val="tx1"/>
                  </a:solidFill>
                  <a:latin typeface="Comic Sans MS" panose="030F0702030302020204" pitchFamily="66" charset="0"/>
                </a:rPr>
                <a:t>当    不同号时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 尽管                   但                仍可能很大,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3563" name="Object 441"/>
            <p:cNvGraphicFramePr>
              <a:graphicFrameLocks/>
            </p:cNvGraphicFramePr>
            <p:nvPr/>
          </p:nvGraphicFramePr>
          <p:xfrm>
            <a:off x="490" y="2049"/>
            <a:ext cx="520" cy="380"/>
          </p:xfrm>
          <a:graphic>
            <a:graphicData uri="http://schemas.openxmlformats.org/presentationml/2006/ole">
              <p:oleObj spid="_x0000_s280582" r:id="rId7" imgW="7924800" imgH="5791200" progId="">
                <p:embed/>
              </p:oleObj>
            </a:graphicData>
          </a:graphic>
        </p:graphicFrame>
        <p:graphicFrame>
          <p:nvGraphicFramePr>
            <p:cNvPr id="23564" name="Object 442"/>
            <p:cNvGraphicFramePr>
              <a:graphicFrameLocks/>
            </p:cNvGraphicFramePr>
            <p:nvPr/>
          </p:nvGraphicFramePr>
          <p:xfrm>
            <a:off x="2563" y="1896"/>
            <a:ext cx="1199" cy="680"/>
          </p:xfrm>
          <a:graphic>
            <a:graphicData uri="http://schemas.openxmlformats.org/presentationml/2006/ole">
              <p:oleObj spid="_x0000_s280583" r:id="rId8" imgW="18288000" imgH="10363200" progId="">
                <p:embed/>
              </p:oleObj>
            </a:graphicData>
          </a:graphic>
        </p:graphicFrame>
        <p:graphicFrame>
          <p:nvGraphicFramePr>
            <p:cNvPr id="23565" name="Object 444"/>
            <p:cNvGraphicFramePr>
              <a:graphicFrameLocks/>
            </p:cNvGraphicFramePr>
            <p:nvPr/>
          </p:nvGraphicFramePr>
          <p:xfrm>
            <a:off x="4123" y="1890"/>
            <a:ext cx="899" cy="680"/>
          </p:xfrm>
          <a:graphic>
            <a:graphicData uri="http://schemas.openxmlformats.org/presentationml/2006/ole">
              <p:oleObj spid="_x0000_s280584" r:id="rId9" imgW="13716000" imgH="10363200" progId="">
                <p:embed/>
              </p:oleObj>
            </a:graphicData>
          </a:graphic>
        </p:graphicFrame>
      </p:grpSp>
      <p:grpSp>
        <p:nvGrpSpPr>
          <p:cNvPr id="5" name="Group 471"/>
          <p:cNvGrpSpPr/>
          <p:nvPr/>
        </p:nvGrpSpPr>
        <p:grpSpPr>
          <a:xfrm>
            <a:off x="209550" y="5084763"/>
            <a:ext cx="8583613" cy="1419225"/>
            <a:chOff x="132" y="3263"/>
            <a:chExt cx="5407" cy="894"/>
          </a:xfrm>
        </p:grpSpPr>
        <p:sp>
          <p:nvSpPr>
            <p:cNvPr id="23567" name="Text Box 447"/>
            <p:cNvSpPr txBox="1"/>
            <p:nvPr/>
          </p:nvSpPr>
          <p:spPr>
            <a:xfrm>
              <a:off x="132" y="3263"/>
              <a:ext cx="5407" cy="8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lnSpc>
                  <a:spcPct val="135000"/>
                </a:lnSpc>
              </a:pP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从表        中可</a:t>
              </a:r>
              <a:r>
                <a:rPr lang="zh-CN" altLang="en-US" b="1">
                  <a:solidFill>
                    <a:schemeClr val="tx1"/>
                  </a:solidFill>
                  <a:latin typeface="Comic Sans MS" panose="030F0702030302020204" pitchFamily="66" charset="0"/>
                </a:rPr>
                <a:t>以看出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 当 </a:t>
              </a:r>
              <a:r>
                <a:rPr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b="1">
                  <a:solidFill>
                    <a:schemeClr val="tx1"/>
                  </a:solidFill>
                  <a:latin typeface="宋体" panose="02010600030101010101" pitchFamily="2" charset="-122"/>
                </a:rPr>
                <a:t>≥8时,</a:t>
              </a:r>
              <a:r>
                <a:rPr lang="zh-CN" altLang="zh-CN" b="1">
                  <a:solidFill>
                    <a:schemeClr val="tx1"/>
                  </a:solidFill>
                  <a:latin typeface="宋体" panose="02010600030101010101" pitchFamily="2" charset="-122"/>
                </a:rPr>
                <a:t>它们</a:t>
              </a:r>
              <a:r>
                <a:rPr lang="zh-CN" altLang="en-US" b="1">
                  <a:solidFill>
                    <a:schemeClr val="tx1"/>
                  </a:solidFill>
                  <a:latin typeface="宋体" panose="02010600030101010101" pitchFamily="2" charset="-122"/>
                </a:rPr>
                <a:t>不同号,</a:t>
              </a:r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b="1" i="1">
                  <a:latin typeface="Times New Roman" panose="02020603050405020304" pitchFamily="18" charset="0"/>
                </a:rPr>
                <a:t>n</a:t>
              </a:r>
              <a:r>
                <a:rPr lang="zh-CN" altLang="en-US" b="1">
                  <a:latin typeface="宋体" panose="02010600030101010101" pitchFamily="2" charset="-122"/>
                </a:rPr>
                <a:t>≥8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>
                  <a:latin typeface="Times New Roman" panose="02020603050405020304" pitchFamily="18" charset="0"/>
                </a:rPr>
                <a:t>Newton-Cotes</a:t>
              </a:r>
              <a:r>
                <a:rPr lang="zh-CN" altLang="zh-CN">
                  <a:latin typeface="Times New Roman" panose="02020603050405020304" pitchFamily="18" charset="0"/>
                  <a:ea typeface="黑体" panose="02010609060101010101" pitchFamily="49" charset="-122"/>
                </a:rPr>
                <a:t>公式是不稳定的</a:t>
              </a:r>
              <a:r>
                <a:rPr lang="zh-CN" altLang="en-US">
                  <a:latin typeface="Times New Roman" panose="02020603050405020304" pitchFamily="18" charset="0"/>
                </a:rPr>
                <a:t>.</a:t>
              </a:r>
              <a:r>
                <a:rPr lang="zh-CN" altLang="en-US" sz="2400">
                  <a:latin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3568" name="Object 449"/>
            <p:cNvGraphicFramePr>
              <a:graphicFrameLocks/>
            </p:cNvGraphicFramePr>
            <p:nvPr/>
          </p:nvGraphicFramePr>
          <p:xfrm>
            <a:off x="752" y="3355"/>
            <a:ext cx="520" cy="380"/>
          </p:xfrm>
          <a:graphic>
            <a:graphicData uri="http://schemas.openxmlformats.org/presentationml/2006/ole">
              <p:oleObj spid="_x0000_s280585" r:id="rId10" imgW="7924800" imgH="5791200" progId="">
                <p:embed/>
              </p:oleObj>
            </a:graphicData>
          </a:graphic>
        </p:graphicFrame>
      </p:grpSp>
      <p:grpSp>
        <p:nvGrpSpPr>
          <p:cNvPr id="6" name="Group 465"/>
          <p:cNvGrpSpPr/>
          <p:nvPr/>
        </p:nvGrpSpPr>
        <p:grpSpPr>
          <a:xfrm>
            <a:off x="252413" y="1300163"/>
            <a:ext cx="4556125" cy="609600"/>
            <a:chOff x="129" y="819"/>
            <a:chExt cx="2870" cy="384"/>
          </a:xfrm>
        </p:grpSpPr>
        <p:graphicFrame>
          <p:nvGraphicFramePr>
            <p:cNvPr id="23570" name="Object 436"/>
            <p:cNvGraphicFramePr>
              <a:graphicFrameLocks/>
            </p:cNvGraphicFramePr>
            <p:nvPr/>
          </p:nvGraphicFramePr>
          <p:xfrm>
            <a:off x="1802" y="844"/>
            <a:ext cx="1197" cy="359"/>
          </p:xfrm>
          <a:graphic>
            <a:graphicData uri="http://schemas.openxmlformats.org/presentationml/2006/ole">
              <p:oleObj spid="_x0000_s280586" r:id="rId11" imgW="22555200" imgH="5486400" progId="">
                <p:embed/>
              </p:oleObj>
            </a:graphicData>
          </a:graphic>
        </p:graphicFrame>
        <p:sp>
          <p:nvSpPr>
            <p:cNvPr id="23571" name="Text Box 458"/>
            <p:cNvSpPr txBox="1"/>
            <p:nvPr/>
          </p:nvSpPr>
          <p:spPr>
            <a:xfrm>
              <a:off x="129" y="819"/>
              <a:ext cx="63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此时</a:t>
              </a:r>
              <a:endParaRPr lang="zh-CN" altLang="en-US" b="1">
                <a:latin typeface="Comic Sans MS" panose="030F0702030302020204" pitchFamily="66" charset="0"/>
              </a:endParaRPr>
            </a:p>
          </p:txBody>
        </p:sp>
      </p:grpSp>
      <p:sp>
        <p:nvSpPr>
          <p:cNvPr id="226766" name="Text Box 462"/>
          <p:cNvSpPr txBox="1"/>
          <p:nvPr/>
        </p:nvSpPr>
        <p:spPr>
          <a:xfrm>
            <a:off x="954088" y="2543175"/>
            <a:ext cx="5894387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此时是数值积分公式是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稳定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的。</a:t>
            </a:r>
          </a:p>
        </p:txBody>
      </p:sp>
      <p:grpSp>
        <p:nvGrpSpPr>
          <p:cNvPr id="7" name="Group 469"/>
          <p:cNvGrpSpPr/>
          <p:nvPr/>
        </p:nvGrpSpPr>
        <p:grpSpPr>
          <a:xfrm>
            <a:off x="249238" y="3938588"/>
            <a:ext cx="8542337" cy="1254125"/>
            <a:chOff x="146" y="2551"/>
            <a:chExt cx="5263" cy="790"/>
          </a:xfrm>
        </p:grpSpPr>
        <p:sp>
          <p:nvSpPr>
            <p:cNvPr id="23574" name="Text Box 445"/>
            <p:cNvSpPr txBox="1"/>
            <p:nvPr/>
          </p:nvSpPr>
          <p:spPr>
            <a:xfrm>
              <a:off x="1322" y="2551"/>
              <a:ext cx="40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并且它</a:t>
              </a:r>
              <a:r>
                <a:rPr lang="zh-CN" altLang="en-US" b="1">
                  <a:latin typeface="Comic Sans MS" panose="030F0702030302020204" pitchFamily="66" charset="0"/>
                </a:rPr>
                <a:t>随着 </a:t>
              </a:r>
              <a:r>
                <a:rPr lang="en-US" altLang="zh-CN" b="1" i="1">
                  <a:latin typeface="Times New Roman" panose="02020603050405020304" pitchFamily="18" charset="0"/>
                </a:rPr>
                <a:t>n </a:t>
              </a:r>
              <a:r>
                <a:rPr lang="zh-CN" altLang="zh-CN" b="1">
                  <a:latin typeface="Times New Roman" panose="02020603050405020304" pitchFamily="18" charset="0"/>
                </a:rPr>
                <a:t>的增大而增大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 因此这</a:t>
              </a:r>
            </a:p>
          </p:txBody>
        </p:sp>
        <p:sp>
          <p:nvSpPr>
            <p:cNvPr id="23575" name="Text Box 467"/>
            <p:cNvSpPr txBox="1"/>
            <p:nvPr/>
          </p:nvSpPr>
          <p:spPr>
            <a:xfrm>
              <a:off x="146" y="2976"/>
              <a:ext cx="263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 eaLnBrk="0" hangingPunct="0"/>
              <a:r>
                <a:rPr lang="zh-CN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稳定性得不到保证。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76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9" name="文本框 2"/>
          <p:cNvSpPr txBox="1"/>
          <p:nvPr/>
        </p:nvSpPr>
        <p:spPr>
          <a:xfrm>
            <a:off x="536575" y="3884613"/>
            <a:ext cx="8070850" cy="20621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结论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如果再进行外推，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n=8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此时的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Newton-Cotes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求积公式的系数出现负值，</a:t>
            </a:r>
          </a:p>
          <a:p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相应的复化求积公式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不是绝对稳定的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，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故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Romberg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序列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不能继续进行外推加速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6394" name="文本框 3"/>
          <p:cNvSpPr txBox="1"/>
          <p:nvPr/>
        </p:nvSpPr>
        <p:spPr>
          <a:xfrm>
            <a:off x="536575" y="485775"/>
            <a:ext cx="8070850" cy="3046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结论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利用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绝对稳定性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Romberg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算法相当于由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n=6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时的等距节点的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Newton-Cotes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求积公式给出的复化求积公式，是绝对稳定的。</a:t>
            </a:r>
          </a:p>
          <a:p>
            <a:r>
              <a:rPr lang="zh-CN" altLang="en-US" dirty="0">
                <a:latin typeface="Comic Sans MS" panose="030F0702030302020204" pitchFamily="66" charset="0"/>
              </a:rPr>
              <a:t>当然，计算过程中给出的复化梯形公式，复化</a:t>
            </a:r>
            <a:r>
              <a:rPr lang="en-US" altLang="zh-CN" dirty="0">
                <a:latin typeface="Comic Sans MS" panose="030F0702030302020204" pitchFamily="66" charset="0"/>
              </a:rPr>
              <a:t>Simposin</a:t>
            </a:r>
            <a:r>
              <a:rPr lang="zh-CN" altLang="en-US" dirty="0">
                <a:latin typeface="Comic Sans MS" panose="030F0702030302020204" pitchFamily="66" charset="0"/>
              </a:rPr>
              <a:t>公式，复化</a:t>
            </a:r>
            <a:r>
              <a:rPr lang="en-US" altLang="zh-CN" dirty="0">
                <a:latin typeface="Comic Sans MS" panose="030F0702030302020204" pitchFamily="66" charset="0"/>
              </a:rPr>
              <a:t>Cotes</a:t>
            </a:r>
            <a:r>
              <a:rPr lang="zh-CN" altLang="en-US" dirty="0">
                <a:latin typeface="Comic Sans MS" panose="030F0702030302020204" pitchFamily="66" charset="0"/>
              </a:rPr>
              <a:t>公式也都是绝对稳定的。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9" grpId="0"/>
      <p:bldP spid="25609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页脚占位符 5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r>
              <a:rPr lang="en-US" altLang="zh-CN" sz="1400">
                <a:solidFill>
                  <a:schemeClr val="tx1"/>
                </a:solidFill>
                <a:latin typeface="Comic Sans MS" panose="030F0702030302020204" pitchFamily="66" charset="0"/>
              </a:rPr>
              <a:t>4: </a:t>
            </a:r>
            <a:r>
              <a:rPr lang="zh-CN" altLang="en-US" sz="1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函数的插值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</a:t>
            </a:r>
            <a:fld id="{9A0DB2DC-4C9A-4742-B13C-FB6460FD3503}" type="slidenum"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lvl="0" algn="r" eaLnBrk="0" hangingPunct="0"/>
              <a:t>70</a:t>
            </a:fld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u="none"/>
              <a:t> 等距节点高次插值的</a:t>
            </a:r>
            <a:r>
              <a:rPr lang="en-US" altLang="zh-CN" sz="3600" u="none">
                <a:latin typeface="Times New Roman" panose="02020603050405020304" pitchFamily="18" charset="0"/>
              </a:rPr>
              <a:t>Runge</a:t>
            </a:r>
            <a:r>
              <a:rPr lang="zh-CN" altLang="en-US" sz="3600" u="none"/>
              <a:t>现象</a:t>
            </a:r>
            <a:br>
              <a:rPr lang="zh-CN" altLang="en-US" sz="3600" u="none"/>
            </a:br>
            <a:r>
              <a:rPr lang="zh-CN" altLang="en-US" sz="3600" u="none"/>
              <a:t>与数值积分</a:t>
            </a:r>
          </a:p>
        </p:txBody>
      </p:sp>
      <p:sp>
        <p:nvSpPr>
          <p:cNvPr id="235523" name="Rectangle 3"/>
          <p:cNvSpPr>
            <a:spLocks noGrp="1"/>
          </p:cNvSpPr>
          <p:nvPr>
            <p:ph type="body" sz="half" idx="2"/>
          </p:nvPr>
        </p:nvSpPr>
        <p:spPr>
          <a:xfrm>
            <a:off x="296863" y="4000500"/>
            <a:ext cx="8197850" cy="13176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3200"/>
              <a:t>分别取</a:t>
            </a:r>
            <a:r>
              <a:rPr lang="en-US" altLang="zh-CN" sz="3200" i="1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=6</a:t>
            </a:r>
            <a:r>
              <a:rPr lang="zh-CN" altLang="en-US" sz="3200"/>
              <a:t>和</a:t>
            </a:r>
            <a:r>
              <a:rPr lang="zh-CN" altLang="en-US" sz="3200">
                <a:latin typeface="Times New Roman" panose="02020603050405020304" pitchFamily="18" charset="0"/>
              </a:rPr>
              <a:t>10</a:t>
            </a:r>
            <a:r>
              <a:rPr lang="en-US" altLang="zh-CN" sz="3200"/>
              <a:t>，</a:t>
            </a:r>
            <a:r>
              <a:rPr lang="zh-CN" altLang="en-US" sz="3200"/>
              <a:t>画出</a:t>
            </a:r>
            <a:r>
              <a:rPr lang="en-US" altLang="zh-CN" sz="3200" i="1">
                <a:latin typeface="Times New Roman" panose="02020603050405020304" pitchFamily="18" charset="0"/>
              </a:rPr>
              <a:t>L</a:t>
            </a:r>
            <a:r>
              <a:rPr lang="en-US" altLang="zh-CN" sz="3200" baseline="-25000">
                <a:latin typeface="Times New Roman" panose="02020603050405020304" pitchFamily="18" charset="0"/>
              </a:rPr>
              <a:t>6</a:t>
            </a:r>
            <a:r>
              <a:rPr lang="en-US" altLang="zh-CN" sz="3200">
                <a:latin typeface="Times New Roman" panose="02020603050405020304" pitchFamily="18" charset="0"/>
              </a:rPr>
              <a:t>(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</a:rPr>
              <a:t>)</a:t>
            </a:r>
            <a:r>
              <a:rPr lang="zh-CN" altLang="en-US" sz="3200"/>
              <a:t>与</a:t>
            </a:r>
            <a:r>
              <a:rPr lang="en-US" altLang="zh-CN" sz="3200" i="1">
                <a:latin typeface="Times New Roman" panose="02020603050405020304" pitchFamily="18" charset="0"/>
              </a:rPr>
              <a:t>L</a:t>
            </a:r>
            <a:r>
              <a:rPr lang="en-US" altLang="zh-CN" sz="3200" baseline="-25000">
                <a:latin typeface="Times New Roman" panose="02020603050405020304" pitchFamily="18" charset="0"/>
              </a:rPr>
              <a:t>10</a:t>
            </a:r>
            <a:r>
              <a:rPr lang="en-US" altLang="zh-CN" sz="3200">
                <a:latin typeface="Times New Roman" panose="02020603050405020304" pitchFamily="18" charset="0"/>
              </a:rPr>
              <a:t>(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</a:rPr>
              <a:t>)</a:t>
            </a:r>
            <a:r>
              <a:rPr lang="zh-CN" altLang="en-US" sz="3200">
                <a:latin typeface="Times New Roman" panose="02020603050405020304" pitchFamily="18" charset="0"/>
              </a:rPr>
              <a:t>的函数图形如下</a:t>
            </a:r>
            <a:r>
              <a:rPr lang="en-US" altLang="zh-CN" sz="3200"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2" name="Group 16"/>
          <p:cNvGrpSpPr/>
          <p:nvPr/>
        </p:nvGrpSpPr>
        <p:grpSpPr>
          <a:xfrm>
            <a:off x="2032000" y="2044700"/>
            <a:ext cx="4900613" cy="982663"/>
            <a:chOff x="890" y="1438"/>
            <a:chExt cx="3087" cy="619"/>
          </a:xfrm>
        </p:grpSpPr>
        <p:graphicFrame>
          <p:nvGraphicFramePr>
            <p:cNvPr id="25606" name="Object 13"/>
            <p:cNvGraphicFramePr>
              <a:graphicFrameLocks/>
            </p:cNvGraphicFramePr>
            <p:nvPr/>
          </p:nvGraphicFramePr>
          <p:xfrm>
            <a:off x="890" y="1438"/>
            <a:ext cx="1449" cy="619"/>
          </p:xfrm>
          <a:graphic>
            <a:graphicData uri="http://schemas.openxmlformats.org/presentationml/2006/ole">
              <p:oleObj spid="_x0000_s281602" r:id="rId4" imgW="22250400" imgH="9448800" progId="Equation.3">
                <p:embed/>
              </p:oleObj>
            </a:graphicData>
          </a:graphic>
        </p:graphicFrame>
        <p:graphicFrame>
          <p:nvGraphicFramePr>
            <p:cNvPr id="25607" name="Object 12"/>
            <p:cNvGraphicFramePr>
              <a:graphicFrameLocks/>
            </p:cNvGraphicFramePr>
            <p:nvPr/>
          </p:nvGraphicFramePr>
          <p:xfrm>
            <a:off x="2639" y="1559"/>
            <a:ext cx="1338" cy="321"/>
          </p:xfrm>
          <a:graphic>
            <a:graphicData uri="http://schemas.openxmlformats.org/presentationml/2006/ole">
              <p:oleObj spid="_x0000_s281603" r:id="rId5" imgW="20726400" imgH="4876800" progId="Equation.3">
                <p:embed/>
              </p:oleObj>
            </a:graphicData>
          </a:graphic>
        </p:graphicFrame>
        <p:sp>
          <p:nvSpPr>
            <p:cNvPr id="25608" name="Rectangle 15"/>
            <p:cNvSpPr/>
            <p:nvPr/>
          </p:nvSpPr>
          <p:spPr>
            <a:xfrm>
              <a:off x="2382" y="1536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</a:p>
          </p:txBody>
        </p:sp>
      </p:grpSp>
      <p:grpSp>
        <p:nvGrpSpPr>
          <p:cNvPr id="3" name="Group 21"/>
          <p:cNvGrpSpPr/>
          <p:nvPr/>
        </p:nvGrpSpPr>
        <p:grpSpPr>
          <a:xfrm>
            <a:off x="327025" y="2835275"/>
            <a:ext cx="8543925" cy="1077913"/>
            <a:chOff x="206" y="1786"/>
            <a:chExt cx="5382" cy="679"/>
          </a:xfrm>
        </p:grpSpPr>
        <p:sp>
          <p:nvSpPr>
            <p:cNvPr id="25610" name="Text Box 17"/>
            <p:cNvSpPr txBox="1"/>
            <p:nvPr/>
          </p:nvSpPr>
          <p:spPr>
            <a:xfrm>
              <a:off x="206" y="1920"/>
              <a:ext cx="538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作</a:t>
              </a:r>
              <a:r>
                <a:rPr lang="en-US" altLang="zh-CN" i="1">
                  <a:latin typeface="Times New Roman" panose="02020603050405020304" pitchFamily="18" charset="0"/>
                </a:rPr>
                <a:t>n</a:t>
              </a: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次</a:t>
              </a:r>
              <a:r>
                <a:rPr lang="en-US" altLang="zh-CN">
                  <a:latin typeface="Times New Roman" panose="02020603050405020304" pitchFamily="18" charset="0"/>
                </a:rPr>
                <a:t>lagrange</a:t>
              </a: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插值多项式</a:t>
              </a:r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 ，</a:t>
              </a:r>
            </a:p>
          </p:txBody>
        </p:sp>
        <p:graphicFrame>
          <p:nvGraphicFramePr>
            <p:cNvPr id="25611" name="Object 18"/>
            <p:cNvGraphicFramePr>
              <a:graphicFrameLocks/>
            </p:cNvGraphicFramePr>
            <p:nvPr/>
          </p:nvGraphicFramePr>
          <p:xfrm>
            <a:off x="3160" y="1786"/>
            <a:ext cx="2176" cy="679"/>
          </p:xfrm>
          <a:graphic>
            <a:graphicData uri="http://schemas.openxmlformats.org/presentationml/2006/ole">
              <p:oleObj spid="_x0000_s281604" r:id="rId6" imgW="33528000" imgH="10363200" progId="Equation.3">
                <p:embed/>
              </p:oleObj>
            </a:graphicData>
          </a:graphic>
        </p:graphicFrame>
      </p:grpSp>
      <p:grpSp>
        <p:nvGrpSpPr>
          <p:cNvPr id="4" name="Group 24"/>
          <p:cNvGrpSpPr/>
          <p:nvPr/>
        </p:nvGrpSpPr>
        <p:grpSpPr>
          <a:xfrm>
            <a:off x="315913" y="1141413"/>
            <a:ext cx="8401050" cy="1654175"/>
            <a:chOff x="199" y="719"/>
            <a:chExt cx="5292" cy="1042"/>
          </a:xfrm>
        </p:grpSpPr>
        <p:grpSp>
          <p:nvGrpSpPr>
            <p:cNvPr id="5" name="Group 11"/>
            <p:cNvGrpSpPr/>
            <p:nvPr/>
          </p:nvGrpSpPr>
          <p:grpSpPr>
            <a:xfrm>
              <a:off x="630" y="719"/>
              <a:ext cx="4861" cy="554"/>
              <a:chOff x="761" y="778"/>
              <a:chExt cx="4433" cy="554"/>
            </a:xfrm>
          </p:grpSpPr>
          <p:graphicFrame>
            <p:nvGraphicFramePr>
              <p:cNvPr id="25614" name="Object 6"/>
              <p:cNvGraphicFramePr>
                <a:graphicFrameLocks/>
              </p:cNvGraphicFramePr>
              <p:nvPr/>
            </p:nvGraphicFramePr>
            <p:xfrm>
              <a:off x="1105" y="778"/>
              <a:ext cx="1245" cy="554"/>
            </p:xfrm>
            <a:graphic>
              <a:graphicData uri="http://schemas.openxmlformats.org/presentationml/2006/ole">
                <p:oleObj spid="_x0000_s281605" r:id="rId7" imgW="21336000" imgH="9448800" progId="Equation.3">
                  <p:embed/>
                </p:oleObj>
              </a:graphicData>
            </a:graphic>
          </p:graphicFrame>
          <p:sp>
            <p:nvSpPr>
              <p:cNvPr id="25615" name="Text Box 9"/>
              <p:cNvSpPr txBox="1"/>
              <p:nvPr/>
            </p:nvSpPr>
            <p:spPr>
              <a:xfrm>
                <a:off x="761" y="837"/>
                <a:ext cx="339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eaLnBrk="0" hangingPunct="0"/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令</a:t>
                </a:r>
              </a:p>
            </p:txBody>
          </p:sp>
          <p:sp>
            <p:nvSpPr>
              <p:cNvPr id="25616" name="Text Box 10"/>
              <p:cNvSpPr txBox="1"/>
              <p:nvPr/>
            </p:nvSpPr>
            <p:spPr>
              <a:xfrm>
                <a:off x="2461" y="880"/>
                <a:ext cx="2733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，在区间[-5, 5]上取等距</a:t>
                </a:r>
              </a:p>
            </p:txBody>
          </p:sp>
        </p:grpSp>
        <p:sp>
          <p:nvSpPr>
            <p:cNvPr id="25617" name="Text Box 23"/>
            <p:cNvSpPr txBox="1"/>
            <p:nvPr/>
          </p:nvSpPr>
          <p:spPr>
            <a:xfrm>
              <a:off x="199" y="1396"/>
              <a:ext cx="8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节点：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页脚占位符 3"/>
          <p:cNvSpPr>
            <a:spLocks noGrp="1"/>
          </p:cNvSpPr>
          <p:nvPr>
            <p:ph type="ftr" sz="quarter"/>
          </p:nvPr>
        </p:nvSpPr>
        <p:spPr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r>
              <a:rPr lang="en-US" altLang="zh-CN" sz="1400">
                <a:solidFill>
                  <a:schemeClr val="tx1"/>
                </a:solidFill>
                <a:latin typeface="Comic Sans MS" panose="030F0702030302020204" pitchFamily="66" charset="0"/>
              </a:rPr>
              <a:t>4: </a:t>
            </a:r>
            <a:r>
              <a:rPr lang="zh-CN" altLang="en-US" sz="1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函数的插值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0" name="灯片编号占位符 4"/>
          <p:cNvSpPr>
            <a:spLocks noGrp="1"/>
          </p:cNvSpPr>
          <p:nvPr>
            <p:ph type="sldNum" sz="quarter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kern="12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</a:t>
            </a:r>
            <a:fld id="{9A0DB2DC-4C9A-4742-B13C-FB6460FD3503}" type="slidenum"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lvl="0" algn="r" eaLnBrk="0" hangingPunct="0"/>
              <a:t>71</a:t>
            </a:fld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u="none">
                <a:latin typeface="Times New Roman" panose="02020603050405020304" pitchFamily="18" charset="0"/>
              </a:rPr>
              <a:t>Runge</a:t>
            </a:r>
            <a:r>
              <a:rPr lang="zh-CN" altLang="en-US" u="none">
                <a:latin typeface="Times New Roman" panose="02020603050405020304" pitchFamily="18" charset="0"/>
              </a:rPr>
              <a:t>现象与数值积分</a:t>
            </a:r>
            <a:r>
              <a:rPr lang="zh-CN" altLang="en-US"/>
              <a:t> </a:t>
            </a:r>
          </a:p>
        </p:txBody>
      </p:sp>
      <p:pic>
        <p:nvPicPr>
          <p:cNvPr id="238596" name="Picture 4"/>
          <p:cNvPicPr>
            <a:picLocks noChangeAspect="1"/>
          </p:cNvPicPr>
          <p:nvPr/>
        </p:nvPicPr>
        <p:blipFill>
          <a:blip r:embed="rId3"/>
          <a:srcRect l="4500" t="1500" r="8437" b="1500"/>
          <a:stretch>
            <a:fillRect/>
          </a:stretch>
        </p:blipFill>
        <p:spPr>
          <a:xfrm>
            <a:off x="395288" y="130175"/>
            <a:ext cx="8047037" cy="6727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endParaRPr lang="zh-CN" altLang="en-US"/>
          </a:p>
        </p:txBody>
      </p:sp>
      <p:pic>
        <p:nvPicPr>
          <p:cNvPr id="29698" name="图片 2" descr="图片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9900" y="0"/>
            <a:ext cx="82042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699" name="Rectangle 2"/>
          <p:cNvSpPr>
            <a:spLocks noGrp="1"/>
          </p:cNvSpPr>
          <p:nvPr/>
        </p:nvSpPr>
        <p:spPr>
          <a:xfrm>
            <a:off x="660400" y="355600"/>
            <a:ext cx="7772400" cy="8715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/>
          <a:p>
            <a:pPr algn="ctr" eaLnBrk="0" hangingPunct="0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en-US" altLang="zh-CN">
                <a:latin typeface="Times New Roman" panose="02020603050405020304" pitchFamily="18" charset="0"/>
              </a:rPr>
              <a:t>f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）的积分</a:t>
            </a:r>
            <a:r>
              <a:rPr lang="zh-CN" altLang="en-US" u="sng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endParaRPr lang="zh-CN" altLang="en-US"/>
          </a:p>
        </p:txBody>
      </p:sp>
      <p:pic>
        <p:nvPicPr>
          <p:cNvPr id="30722" name="图片 3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0"/>
            <a:ext cx="82042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3" name="Rectangle 2"/>
          <p:cNvSpPr>
            <a:spLocks noGrp="1"/>
          </p:cNvSpPr>
          <p:nvPr/>
        </p:nvSpPr>
        <p:spPr>
          <a:xfrm>
            <a:off x="660400" y="355600"/>
            <a:ext cx="7772400" cy="8715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/>
          <a:p>
            <a:pPr algn="ctr" eaLnBrk="0" hangingPunct="0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en-US" altLang="zh-CN">
                <a:latin typeface="Times New Roman" panose="02020603050405020304" pitchFamily="18" charset="0"/>
              </a:rPr>
              <a:t>L</a:t>
            </a:r>
            <a:r>
              <a:rPr lang="en-US" altLang="zh-CN" baseline="-25000">
                <a:latin typeface="Times New Roman" panose="02020603050405020304" pitchFamily="18" charset="0"/>
              </a:rPr>
              <a:t>6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）的积分</a:t>
            </a:r>
            <a:r>
              <a:rPr lang="zh-CN" altLang="en-US" u="sng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endParaRPr lang="zh-CN" altLang="en-US"/>
          </a:p>
        </p:txBody>
      </p:sp>
      <p:pic>
        <p:nvPicPr>
          <p:cNvPr id="31746" name="图片 2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0"/>
            <a:ext cx="82042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Rectangle 2"/>
          <p:cNvSpPr>
            <a:spLocks noGrp="1"/>
          </p:cNvSpPr>
          <p:nvPr/>
        </p:nvSpPr>
        <p:spPr>
          <a:xfrm>
            <a:off x="660400" y="355600"/>
            <a:ext cx="7772400" cy="8715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/>
          <a:p>
            <a:pPr algn="ctr" eaLnBrk="0" hangingPunct="0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en-US" altLang="zh-CN">
                <a:latin typeface="Times New Roman" panose="02020603050405020304" pitchFamily="18" charset="0"/>
              </a:rPr>
              <a:t>L</a:t>
            </a:r>
            <a:r>
              <a:rPr lang="en-US" altLang="zh-CN" baseline="-25000">
                <a:latin typeface="Times New Roman" panose="02020603050405020304" pitchFamily="18" charset="0"/>
              </a:rPr>
              <a:t>10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）的积分</a:t>
            </a:r>
            <a:r>
              <a:rPr lang="zh-CN" altLang="en-US" u="sng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026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>
              <a:buClrTx/>
              <a:buSzTx/>
              <a:buFontTx/>
            </a:pPr>
            <a:r>
              <a:rPr lang="zh-CN" altLang="en-US" sz="4800" b="1" u="none" dirty="0"/>
              <a:t> </a:t>
            </a:r>
            <a:r>
              <a:rPr lang="zh-CN" altLang="zh-CN" sz="4800" b="1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 Gauss 求积公式</a:t>
            </a:r>
            <a:r>
              <a:rPr lang="zh-CN" altLang="en-US" sz="4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zh-CN" altLang="en-US" sz="4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zh-CN" altLang="en-US" sz="4800" b="1" u="none" dirty="0"/>
          </a:p>
        </p:txBody>
      </p:sp>
      <p:sp>
        <p:nvSpPr>
          <p:cNvPr id="3074" name="Rectangle 1027"/>
          <p:cNvSpPr>
            <a:spLocks noGrp="1"/>
          </p:cNvSpPr>
          <p:nvPr>
            <p:ph type="subTitle" idx="1"/>
          </p:nvPr>
        </p:nvSpPr>
        <p:spPr>
          <a:xfrm>
            <a:off x="1371600" y="3902075"/>
            <a:ext cx="6400800" cy="1941513"/>
          </a:xfrm>
        </p:spPr>
        <p:txBody>
          <a:bodyPr vert="horz" wrap="square" lIns="91440" tIns="45720" rIns="91440" bIns="45720" anchor="t"/>
          <a:lstStyle/>
          <a:p>
            <a:pPr>
              <a:buSzPct val="85000"/>
            </a:pPr>
            <a:endParaRPr lang="zh-CN" altLang="en-US" sz="3600" b="1" dirty="0">
              <a:latin typeface="+mn-lt"/>
              <a:ea typeface="华文行楷" panose="02010800040101010101" pitchFamily="2" charset="-122"/>
              <a:cs typeface="+mn-cs"/>
            </a:endParaRPr>
          </a:p>
          <a:p>
            <a:pPr>
              <a:buSzPct val="85000"/>
            </a:pPr>
            <a:r>
              <a:rPr lang="zh-CN" altLang="en-US" sz="3600" b="1" dirty="0">
                <a:latin typeface="+mn-lt"/>
                <a:ea typeface="华文行楷" panose="02010800040101010101" pitchFamily="2" charset="-122"/>
                <a:cs typeface="+mn-cs"/>
              </a:rPr>
              <a:t>天津大学数学学院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zh-CN" sz="40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8.5   Gauss 求积公式</a:t>
            </a:r>
            <a:endParaRPr lang="zh-CN" alt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sz="half" idx="1"/>
          </p:nvPr>
        </p:nvSpPr>
        <p:spPr>
          <a:xfrm>
            <a:off x="390525" y="1122363"/>
            <a:ext cx="6238875" cy="1316037"/>
          </a:xfrm>
        </p:spPr>
        <p:txBody>
          <a:bodyPr vert="horz" wrap="square" lIns="91440" tIns="45720" rIns="91440" bIns="45720" anchor="t"/>
          <a:lstStyle/>
          <a:p>
            <a:pPr marL="533400" indent="-533400" eaLnBrk="1" hangingPunct="1">
              <a:spcBef>
                <a:spcPct val="0"/>
              </a:spcBef>
              <a:buSzPct val="85000"/>
              <a:buFontTx/>
              <a:buNone/>
            </a:pPr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1. </a:t>
            </a:r>
            <a:r>
              <a:rPr lang="zh-CN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Gauss 求积公式</a:t>
            </a:r>
            <a:endParaRPr lang="zh-CN" altLang="en-US" sz="3600" b="1" dirty="0">
              <a:solidFill>
                <a:schemeClr val="accent2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33400" indent="-533400" eaLnBrk="1" hangingPunct="1">
              <a:spcBef>
                <a:spcPct val="0"/>
              </a:spcBef>
              <a:buSzPct val="85000"/>
              <a:buFontTx/>
              <a:buNone/>
            </a:pPr>
            <a:r>
              <a:rPr lang="zh-CN" altLang="en-US" sz="3600" dirty="0">
                <a:latin typeface="Times New Roman" panose="02020603050405020304" pitchFamily="18" charset="0"/>
                <a:ea typeface="+mn-ea"/>
                <a:cs typeface="+mn-cs"/>
              </a:rPr>
              <a:t>    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设插值型的数值积分公式：</a:t>
            </a:r>
          </a:p>
        </p:txBody>
      </p:sp>
      <p:sp>
        <p:nvSpPr>
          <p:cNvPr id="3076" name="Rectangle 4"/>
          <p:cNvSpPr>
            <a:spLocks noGrp="1"/>
          </p:cNvSpPr>
          <p:nvPr>
            <p:ph sz="half" idx="2"/>
          </p:nvPr>
        </p:nvSpPr>
        <p:spPr>
          <a:xfrm>
            <a:off x="357188" y="4125913"/>
            <a:ext cx="8289925" cy="2474912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buSzPct val="85000"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前面讲述的方法（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lagrange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插值型数值积分法）是事先给定积分节点</a:t>
            </a:r>
            <a:r>
              <a:rPr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。例如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Newton-Cotes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公式把区间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, </a:t>
            </a:r>
            <a:r>
              <a:rPr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]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的等分点作为求积节点，这样所求积分公式的代数精度至多为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n+1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graphicFrame>
        <p:nvGraphicFramePr>
          <p:cNvPr id="3077" name="Object 5"/>
          <p:cNvGraphicFramePr>
            <a:graphicFrameLocks/>
          </p:cNvGraphicFramePr>
          <p:nvPr/>
        </p:nvGraphicFramePr>
        <p:xfrm>
          <a:off x="1795463" y="2286000"/>
          <a:ext cx="6662737" cy="1079500"/>
        </p:xfrm>
        <a:graphic>
          <a:graphicData uri="http://schemas.openxmlformats.org/presentationml/2006/ole">
            <p:oleObj spid="_x0000_s51201" r:id="rId5" imgW="64617600" imgH="10363200" progId="Equation.3">
              <p:embed/>
            </p:oleObj>
          </a:graphicData>
        </a:graphic>
      </p:graphicFrame>
      <p:sp>
        <p:nvSpPr>
          <p:cNvPr id="3082" name="Rectangle 10"/>
          <p:cNvSpPr/>
          <p:nvPr/>
        </p:nvSpPr>
        <p:spPr>
          <a:xfrm>
            <a:off x="425450" y="3416300"/>
            <a:ext cx="8507413" cy="3048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现在取消对积分节点的限制，让它与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一样，作为一个待定常数，这样在数值积分公式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中需要确定的系数为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="1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= 0, 1, …,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），共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个系数。根据代数精度的概念，要确定这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个系数（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="1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），需要解如下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个方程构成的非线性方程组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395288" y="3429000"/>
            <a:ext cx="3717925" cy="782638"/>
            <a:chOff x="268" y="2387"/>
            <a:chExt cx="2342" cy="493"/>
          </a:xfrm>
        </p:grpSpPr>
        <p:sp>
          <p:nvSpPr>
            <p:cNvPr id="63496" name="Text Box 7"/>
            <p:cNvSpPr txBox="1"/>
            <p:nvPr/>
          </p:nvSpPr>
          <p:spPr>
            <a:xfrm>
              <a:off x="268" y="2412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其中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3497" name="Object 8"/>
            <p:cNvGraphicFramePr>
              <a:graphicFrameLocks/>
            </p:cNvGraphicFramePr>
            <p:nvPr/>
          </p:nvGraphicFramePr>
          <p:xfrm>
            <a:off x="876" y="2387"/>
            <a:ext cx="1412" cy="493"/>
          </p:xfrm>
          <a:graphic>
            <a:graphicData uri="http://schemas.openxmlformats.org/presentationml/2006/ole">
              <p:oleObj spid="_x0000_s51202" r:id="rId6" imgW="24688800" imgH="8534400" progId="Equation.3">
                <p:embed/>
              </p:oleObj>
            </a:graphicData>
          </a:graphic>
        </p:graphicFrame>
        <p:sp>
          <p:nvSpPr>
            <p:cNvPr id="63498" name="Rectangle 9"/>
            <p:cNvSpPr/>
            <p:nvPr/>
          </p:nvSpPr>
          <p:spPr>
            <a:xfrm>
              <a:off x="2270" y="2447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sz="2800" dirty="0">
                  <a:latin typeface="Comic Sans MS" panose="030F0702030302020204" pitchFamily="66" charset="0"/>
                </a:rPr>
                <a:t>。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3076" grpId="0" build="p"/>
      <p:bldP spid="308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/>
          </p:cNvGraphicFramePr>
          <p:nvPr/>
        </p:nvGraphicFramePr>
        <p:xfrm>
          <a:off x="323850" y="620713"/>
          <a:ext cx="6086475" cy="5426075"/>
        </p:xfrm>
        <a:graphic>
          <a:graphicData uri="http://schemas.openxmlformats.org/presentationml/2006/ole">
            <p:oleObj spid="_x0000_s52225" r:id="rId4" imgW="60960000" imgH="54254400" progId="Equation.3">
              <p:embed/>
            </p:oleObj>
          </a:graphicData>
        </a:graphic>
      </p:graphicFrame>
      <p:sp>
        <p:nvSpPr>
          <p:cNvPr id="4099" name="AutoShape 3"/>
          <p:cNvSpPr/>
          <p:nvPr/>
        </p:nvSpPr>
        <p:spPr>
          <a:xfrm>
            <a:off x="6172200" y="1676400"/>
            <a:ext cx="2713038" cy="2895600"/>
          </a:xfrm>
          <a:prstGeom prst="wedgeRoundRectCallout">
            <a:avLst>
              <a:gd name="adj1" fmla="val -95463"/>
              <a:gd name="adj2" fmla="val -4528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若有解，则得到的插值型的数值积分公式（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）至少有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+1</a:t>
            </a:r>
            <a:r>
              <a:rPr lang="zh-CN" altLang="en-US" sz="2800" b="1" dirty="0">
                <a:latin typeface="Times New Roman" panose="02020603050405020304" pitchFamily="18" charset="0"/>
              </a:rPr>
              <a:t>次代数精度。</a:t>
            </a:r>
            <a:endParaRPr lang="zh-CN" alt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100" name="Object 4"/>
          <p:cNvGraphicFramePr>
            <a:graphicFrameLocks/>
          </p:cNvGraphicFramePr>
          <p:nvPr/>
        </p:nvGraphicFramePr>
        <p:xfrm>
          <a:off x="4495800" y="304800"/>
          <a:ext cx="3927475" cy="1079500"/>
        </p:xfrm>
        <a:graphic>
          <a:graphicData uri="http://schemas.openxmlformats.org/presentationml/2006/ole">
            <p:oleObj spid="_x0000_s52226" r:id="rId5" imgW="381000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/>
          </p:cNvSpPr>
          <p:nvPr>
            <p:ph type="title"/>
          </p:nvPr>
        </p:nvSpPr>
        <p:spPr>
          <a:xfrm>
            <a:off x="533400" y="152400"/>
            <a:ext cx="7772400" cy="4572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2400" dirty="0">
                <a:latin typeface="Times New Roman" panose="02020603050405020304" pitchFamily="18" charset="0"/>
              </a:rPr>
              <a:t>1.</a:t>
            </a:r>
            <a:r>
              <a:rPr lang="zh-CN" altLang="zh-CN" sz="2400" dirty="0">
                <a:latin typeface="Times New Roman" panose="02020603050405020304" pitchFamily="18" charset="0"/>
              </a:rPr>
              <a:t> Gauss 求积公式</a:t>
            </a:r>
            <a:endParaRPr lang="zh-CN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sz="half" idx="1"/>
          </p:nvPr>
        </p:nvSpPr>
        <p:spPr>
          <a:xfrm>
            <a:off x="381000" y="533400"/>
            <a:ext cx="5095875" cy="6318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spcBef>
                <a:spcPct val="0"/>
              </a:spcBef>
              <a:buSzPct val="85000"/>
              <a:buFontTx/>
              <a:buNone/>
            </a:pPr>
            <a:r>
              <a:rPr lang="zh-CN" altLang="en-US" sz="3200" dirty="0">
                <a:latin typeface="+mn-lt"/>
                <a:ea typeface="黑体" panose="02010609060101010101" pitchFamily="49" charset="-122"/>
                <a:cs typeface="+mn-cs"/>
              </a:rPr>
              <a:t>但是，考虑</a:t>
            </a:r>
            <a:r>
              <a:rPr lang="en-US" altLang="zh-CN" sz="3200" dirty="0">
                <a:latin typeface="+mn-lt"/>
                <a:ea typeface="黑体" panose="02010609060101010101" pitchFamily="49" charset="-122"/>
                <a:cs typeface="+mn-cs"/>
              </a:rPr>
              <a:t>2</a:t>
            </a:r>
            <a:r>
              <a:rPr lang="en-US" altLang="zh-CN" sz="3200" i="1" dirty="0">
                <a:latin typeface="+mn-lt"/>
                <a:ea typeface="黑体" panose="02010609060101010101" pitchFamily="49" charset="-122"/>
                <a:cs typeface="+mn-cs"/>
              </a:rPr>
              <a:t>n</a:t>
            </a:r>
            <a:r>
              <a:rPr lang="en-US" altLang="zh-CN" sz="3200" dirty="0">
                <a:latin typeface="+mn-lt"/>
                <a:ea typeface="黑体" panose="02010609060101010101" pitchFamily="49" charset="-122"/>
                <a:cs typeface="+mn-cs"/>
              </a:rPr>
              <a:t>+2</a:t>
            </a:r>
            <a:r>
              <a:rPr lang="zh-CN" altLang="en-US" sz="3200" dirty="0">
                <a:latin typeface="+mn-lt"/>
                <a:ea typeface="黑体" panose="02010609060101010101" pitchFamily="49" charset="-122"/>
                <a:cs typeface="+mn-cs"/>
              </a:rPr>
              <a:t>次多项式：</a:t>
            </a:r>
          </a:p>
        </p:txBody>
      </p:sp>
      <p:sp>
        <p:nvSpPr>
          <p:cNvPr id="5124" name="Rectangle 4"/>
          <p:cNvSpPr>
            <a:spLocks noGrp="1"/>
          </p:cNvSpPr>
          <p:nvPr>
            <p:ph sz="half" idx="2"/>
          </p:nvPr>
        </p:nvSpPr>
        <p:spPr>
          <a:xfrm>
            <a:off x="357188" y="2133600"/>
            <a:ext cx="8445500" cy="1169988"/>
          </a:xfrm>
        </p:spPr>
        <p:txBody>
          <a:bodyPr vert="horz" wrap="square" lIns="91440" tIns="45720" rIns="91440" bIns="45720" anchor="t"/>
          <a:lstStyle/>
          <a:p>
            <a:pPr marL="0" indent="0" algn="just" eaLnBrk="1" hangingPunct="1">
              <a:buSzPct val="85000"/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它只在节点</a:t>
            </a:r>
            <a:r>
              <a:rPr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0,1,…,</a:t>
            </a:r>
            <a:r>
              <a:rPr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）处为零，在其它点处均大于零，所以</a:t>
            </a:r>
          </a:p>
        </p:txBody>
      </p:sp>
      <p:graphicFrame>
        <p:nvGraphicFramePr>
          <p:cNvPr id="5125" name="Object 5"/>
          <p:cNvGraphicFramePr>
            <a:graphicFrameLocks/>
          </p:cNvGraphicFramePr>
          <p:nvPr/>
        </p:nvGraphicFramePr>
        <p:xfrm>
          <a:off x="1905000" y="914400"/>
          <a:ext cx="4984750" cy="1201738"/>
        </p:xfrm>
        <a:graphic>
          <a:graphicData uri="http://schemas.openxmlformats.org/presentationml/2006/ole">
            <p:oleObj spid="_x0000_s53249" r:id="rId4" imgW="47853600" imgH="11582400" progId="Equation.3">
              <p:embed/>
            </p:oleObj>
          </a:graphicData>
        </a:graphic>
      </p:graphicFrame>
      <p:graphicFrame>
        <p:nvGraphicFramePr>
          <p:cNvPr id="5126" name="Object 6"/>
          <p:cNvGraphicFramePr>
            <a:graphicFrameLocks/>
          </p:cNvGraphicFramePr>
          <p:nvPr/>
        </p:nvGraphicFramePr>
        <p:xfrm>
          <a:off x="2195513" y="3187700"/>
          <a:ext cx="4818062" cy="889000"/>
        </p:xfrm>
        <a:graphic>
          <a:graphicData uri="http://schemas.openxmlformats.org/presentationml/2006/ole">
            <p:oleObj spid="_x0000_s53250" r:id="rId5" imgW="46634400" imgH="8534400" progId="Equation.3">
              <p:embed/>
            </p:oleObj>
          </a:graphicData>
        </a:graphic>
      </p:graphicFrame>
      <p:grpSp>
        <p:nvGrpSpPr>
          <p:cNvPr id="2" name="Group 13"/>
          <p:cNvGrpSpPr/>
          <p:nvPr/>
        </p:nvGrpSpPr>
        <p:grpSpPr>
          <a:xfrm>
            <a:off x="423863" y="3733800"/>
            <a:ext cx="7099300" cy="1079500"/>
            <a:chOff x="267" y="2496"/>
            <a:chExt cx="4472" cy="680"/>
          </a:xfrm>
        </p:grpSpPr>
        <p:sp>
          <p:nvSpPr>
            <p:cNvPr id="66567" name="Text Box 8"/>
            <p:cNvSpPr txBox="1"/>
            <p:nvPr/>
          </p:nvSpPr>
          <p:spPr>
            <a:xfrm>
              <a:off x="267" y="2673"/>
              <a:ext cx="447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而</a:t>
              </a:r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                                             </a:t>
              </a:r>
              <a:r>
                <a:rPr lang="en-US" altLang="zh-CN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.</a:t>
              </a:r>
              <a:r>
                <a:rPr lang="en-US" altLang="zh-CN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66568" name="Object 9"/>
            <p:cNvGraphicFramePr>
              <a:graphicFrameLocks/>
            </p:cNvGraphicFramePr>
            <p:nvPr/>
          </p:nvGraphicFramePr>
          <p:xfrm>
            <a:off x="688" y="2496"/>
            <a:ext cx="3110" cy="680"/>
          </p:xfrm>
          <a:graphic>
            <a:graphicData uri="http://schemas.openxmlformats.org/presentationml/2006/ole">
              <p:oleObj spid="_x0000_s53251" r:id="rId6" imgW="47853600" imgH="10363200" progId="Equation.3">
                <p:embed/>
              </p:oleObj>
            </a:graphicData>
          </a:graphic>
        </p:graphicFrame>
      </p:grpSp>
      <p:grpSp>
        <p:nvGrpSpPr>
          <p:cNvPr id="3" name="Group 14"/>
          <p:cNvGrpSpPr/>
          <p:nvPr/>
        </p:nvGrpSpPr>
        <p:grpSpPr>
          <a:xfrm>
            <a:off x="382588" y="4770438"/>
            <a:ext cx="8362950" cy="1773237"/>
            <a:chOff x="241" y="3014"/>
            <a:chExt cx="5268" cy="1117"/>
          </a:xfrm>
        </p:grpSpPr>
        <p:sp>
          <p:nvSpPr>
            <p:cNvPr id="66570" name="Rectangle 11"/>
            <p:cNvSpPr/>
            <p:nvPr/>
          </p:nvSpPr>
          <p:spPr>
            <a:xfrm>
              <a:off x="241" y="3014"/>
              <a:ext cx="5268" cy="11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just" eaLnBrk="0" hangingPunct="0">
                <a:lnSpc>
                  <a:spcPct val="115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故插值型的数值积分公式（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）对于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+2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次多项式                        不准确成立，可知其代数精度仅为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+1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。</a:t>
              </a:r>
            </a:p>
          </p:txBody>
        </p:sp>
        <p:graphicFrame>
          <p:nvGraphicFramePr>
            <p:cNvPr id="66571" name="Object 12"/>
            <p:cNvGraphicFramePr>
              <a:graphicFrameLocks/>
            </p:cNvGraphicFramePr>
            <p:nvPr/>
          </p:nvGraphicFramePr>
          <p:xfrm>
            <a:off x="864" y="3412"/>
            <a:ext cx="1505" cy="380"/>
          </p:xfrm>
          <a:graphic>
            <a:graphicData uri="http://schemas.openxmlformats.org/presentationml/2006/ole">
              <p:oleObj spid="_x0000_s53252" r:id="rId7" imgW="23164800" imgH="57912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  <p:bldP spid="5124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/>
          </p:cNvSpPr>
          <p:nvPr>
            <p:ph type="title"/>
          </p:nvPr>
        </p:nvSpPr>
        <p:spPr>
          <a:xfrm>
            <a:off x="174625" y="153988"/>
            <a:ext cx="8396288" cy="76358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1.</a:t>
            </a:r>
            <a:r>
              <a:rPr lang="zh-CN" altLang="zh-CN" sz="2400" dirty="0">
                <a:solidFill>
                  <a:srgbClr val="0033CC"/>
                </a:solidFill>
                <a:latin typeface="Times New Roman" panose="02020603050405020304" pitchFamily="18" charset="0"/>
              </a:rPr>
              <a:t> Gauss 求积公式</a:t>
            </a:r>
            <a:endParaRPr lang="zh-CN" altLang="zh-CN" sz="2400" dirty="0">
              <a:solidFill>
                <a:srgbClr val="0033C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47" name="Text Box 3"/>
          <p:cNvSpPr txBox="1"/>
          <p:nvPr/>
        </p:nvSpPr>
        <p:spPr>
          <a:xfrm>
            <a:off x="228600" y="83185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8.5.1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若插值型求积公式</a:t>
            </a:r>
          </a:p>
        </p:txBody>
      </p:sp>
      <p:graphicFrame>
        <p:nvGraphicFramePr>
          <p:cNvPr id="6156" name="Object 12"/>
          <p:cNvGraphicFramePr>
            <a:graphicFrameLocks/>
          </p:cNvGraphicFramePr>
          <p:nvPr/>
        </p:nvGraphicFramePr>
        <p:xfrm>
          <a:off x="1331913" y="1412875"/>
          <a:ext cx="7248525" cy="1104900"/>
        </p:xfrm>
        <a:graphic>
          <a:graphicData uri="http://schemas.openxmlformats.org/presentationml/2006/ole">
            <p:oleObj spid="_x0000_s54273" r:id="rId4" imgW="68580000" imgH="10363200" progId="Equation.3">
              <p:embed/>
            </p:oleObj>
          </a:graphicData>
        </a:graphic>
      </p:graphicFrame>
      <p:sp>
        <p:nvSpPr>
          <p:cNvPr id="6157" name="Text Box 13"/>
          <p:cNvSpPr txBox="1"/>
          <p:nvPr/>
        </p:nvSpPr>
        <p:spPr>
          <a:xfrm>
            <a:off x="201613" y="3500438"/>
            <a:ext cx="8691562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则称该求积公式是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Gauss 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求积公式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相应的求积节点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en-US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en-US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= 0, 1,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en-US" baseline="16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Gauss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179388" y="2636838"/>
            <a:ext cx="4046537" cy="911225"/>
            <a:chOff x="113" y="1661"/>
            <a:chExt cx="2549" cy="574"/>
          </a:xfrm>
        </p:grpSpPr>
        <p:sp>
          <p:nvSpPr>
            <p:cNvPr id="67590" name="Text Box 15"/>
            <p:cNvSpPr txBox="1"/>
            <p:nvPr/>
          </p:nvSpPr>
          <p:spPr>
            <a:xfrm>
              <a:off x="113" y="1731"/>
              <a:ext cx="63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其中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7591" name="Object 16"/>
            <p:cNvGraphicFramePr>
              <a:graphicFrameLocks/>
            </p:cNvGraphicFramePr>
            <p:nvPr/>
          </p:nvGraphicFramePr>
          <p:xfrm>
            <a:off x="748" y="1661"/>
            <a:ext cx="1582" cy="574"/>
          </p:xfrm>
          <a:graphic>
            <a:graphicData uri="http://schemas.openxmlformats.org/presentationml/2006/ole">
              <p:oleObj spid="_x0000_s54274" r:id="rId5" imgW="23774400" imgH="8534400" progId="Equation.3">
                <p:embed/>
              </p:oleObj>
            </a:graphicData>
          </a:graphic>
        </p:graphicFrame>
        <p:sp>
          <p:nvSpPr>
            <p:cNvPr id="67592" name="Rectangle 17"/>
            <p:cNvSpPr/>
            <p:nvPr/>
          </p:nvSpPr>
          <p:spPr>
            <a:xfrm>
              <a:off x="2290" y="1795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，</a:t>
              </a:r>
            </a:p>
          </p:txBody>
        </p:sp>
      </p:grpSp>
      <p:sp>
        <p:nvSpPr>
          <p:cNvPr id="6163" name="Text Box 19"/>
          <p:cNvSpPr txBox="1"/>
          <p:nvPr/>
        </p:nvSpPr>
        <p:spPr>
          <a:xfrm>
            <a:off x="4211638" y="2781300"/>
            <a:ext cx="43751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具有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+1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次代数精度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916488"/>
            <a:ext cx="492918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下面考虑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的简单情况。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57" grpId="0"/>
      <p:bldP spid="616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/>
          </p:cNvSpPr>
          <p:nvPr>
            <p:ph type="title"/>
          </p:nvPr>
        </p:nvSpPr>
        <p:spPr>
          <a:xfrm>
            <a:off x="174625" y="379413"/>
            <a:ext cx="8664575" cy="1220787"/>
          </a:xfrm>
        </p:spPr>
        <p:txBody>
          <a:bodyPr vert="horz" wrap="square" lIns="91440" tIns="45720" rIns="91440" bIns="45720" anchor="ctr"/>
          <a:lstStyle/>
          <a:p>
            <a:pPr algn="l" eaLnBrk="1" hangingPunct="1">
              <a:buNone/>
            </a:pP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8.5.1</a:t>
            </a:r>
            <a:r>
              <a:rPr lang="en-US" altLang="zh-CN" sz="2800" u="none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确定下列求积公式中的待定参数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zh-CN" u="none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9702" name="Object 6"/>
          <p:cNvGraphicFramePr>
            <a:graphicFrameLocks/>
          </p:cNvGraphicFramePr>
          <p:nvPr/>
        </p:nvGraphicFramePr>
        <p:xfrm>
          <a:off x="1979613" y="1196975"/>
          <a:ext cx="4570412" cy="723900"/>
        </p:xfrm>
        <a:graphic>
          <a:graphicData uri="http://schemas.openxmlformats.org/presentationml/2006/ole">
            <p:oleObj spid="_x0000_s55297" r:id="rId4" imgW="49987200" imgH="7924800" progId="">
              <p:embed/>
            </p:oleObj>
          </a:graphicData>
        </a:graphic>
      </p:graphicFrame>
      <p:sp>
        <p:nvSpPr>
          <p:cNvPr id="29703" name="Text Box 7"/>
          <p:cNvSpPr txBox="1"/>
          <p:nvPr/>
        </p:nvSpPr>
        <p:spPr>
          <a:xfrm>
            <a:off x="196850" y="1927225"/>
            <a:ext cx="75279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解：令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则有下列方程组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9704" name="Object 8"/>
          <p:cNvGraphicFramePr>
            <a:graphicFrameLocks/>
          </p:cNvGraphicFramePr>
          <p:nvPr/>
        </p:nvGraphicFramePr>
        <p:xfrm>
          <a:off x="233363" y="2590800"/>
          <a:ext cx="2624137" cy="2689225"/>
        </p:xfrm>
        <a:graphic>
          <a:graphicData uri="http://schemas.openxmlformats.org/presentationml/2006/ole">
            <p:oleObj spid="_x0000_s55298" r:id="rId5" imgW="27432000" imgH="28041600" progId="">
              <p:embed/>
            </p:oleObj>
          </a:graphicData>
        </a:graphic>
      </p:graphicFrame>
      <p:graphicFrame>
        <p:nvGraphicFramePr>
          <p:cNvPr id="29705" name="Object 9"/>
          <p:cNvGraphicFramePr>
            <a:graphicFrameLocks/>
          </p:cNvGraphicFramePr>
          <p:nvPr/>
        </p:nvGraphicFramePr>
        <p:xfrm>
          <a:off x="2819400" y="3581400"/>
          <a:ext cx="603250" cy="477838"/>
        </p:xfrm>
        <a:graphic>
          <a:graphicData uri="http://schemas.openxmlformats.org/presentationml/2006/ole">
            <p:oleObj spid="_x0000_s55299" r:id="rId6" imgW="4572000" imgH="3657600" progId="">
              <p:embed/>
            </p:oleObj>
          </a:graphicData>
        </a:graphic>
      </p:graphicFrame>
      <p:graphicFrame>
        <p:nvGraphicFramePr>
          <p:cNvPr id="29706" name="Object 10"/>
          <p:cNvGraphicFramePr>
            <a:graphicFrameLocks/>
          </p:cNvGraphicFramePr>
          <p:nvPr/>
        </p:nvGraphicFramePr>
        <p:xfrm>
          <a:off x="3511550" y="2362200"/>
          <a:ext cx="1925638" cy="2979738"/>
        </p:xfrm>
        <a:graphic>
          <a:graphicData uri="http://schemas.openxmlformats.org/presentationml/2006/ole">
            <p:oleObj spid="_x0000_s55300" r:id="rId7" imgW="20116800" imgH="31089600" progId="">
              <p:embed/>
            </p:oleObj>
          </a:graphicData>
        </a:graphic>
      </p:graphicFrame>
      <p:sp>
        <p:nvSpPr>
          <p:cNvPr id="29707" name="AutoShape 11"/>
          <p:cNvSpPr/>
          <p:nvPr/>
        </p:nvSpPr>
        <p:spPr>
          <a:xfrm>
            <a:off x="5876925" y="2819400"/>
            <a:ext cx="3068638" cy="1524000"/>
          </a:xfrm>
          <a:prstGeom prst="cloudCallout">
            <a:avLst>
              <a:gd name="adj1" fmla="val -91801"/>
              <a:gd name="adj2" fmla="val 11719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2400" b="1" dirty="0">
                <a:latin typeface="Comic Sans MS" panose="030F0702030302020204" pitchFamily="66" charset="0"/>
              </a:rPr>
              <a:t>此求积公式具有</a:t>
            </a:r>
          </a:p>
          <a:p>
            <a:pPr algn="ctr" eaLnBrk="0" hangingPunct="0"/>
            <a:r>
              <a:rPr lang="zh-CN" altLang="en-US" sz="2400" b="1" dirty="0">
                <a:latin typeface="Comic Sans MS" panose="030F0702030302020204" pitchFamily="66" charset="0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</a:rPr>
              <a:t>3 </a:t>
            </a:r>
            <a:r>
              <a:rPr lang="zh-CN" altLang="en-US" sz="2400" b="1" dirty="0">
                <a:latin typeface="Comic Sans MS" panose="030F0702030302020204" pitchFamily="66" charset="0"/>
              </a:rPr>
              <a:t>次代数精度</a:t>
            </a:r>
            <a:endParaRPr lang="zh-CN" altLang="en-US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29708" name="AutoShape 12"/>
          <p:cNvSpPr/>
          <p:nvPr/>
        </p:nvSpPr>
        <p:spPr>
          <a:xfrm>
            <a:off x="6443663" y="4652963"/>
            <a:ext cx="2362200" cy="1600200"/>
          </a:xfrm>
          <a:prstGeom prst="wedgeRoundRectCallout">
            <a:avLst>
              <a:gd name="adj1" fmla="val -74796"/>
              <a:gd name="adj2" fmla="val 575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由前面的定义可知，此求积公式为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求积公式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228600" y="5213350"/>
            <a:ext cx="6213475" cy="1035050"/>
            <a:chOff x="144" y="3284"/>
            <a:chExt cx="3914" cy="652"/>
          </a:xfrm>
        </p:grpSpPr>
        <p:graphicFrame>
          <p:nvGraphicFramePr>
            <p:cNvPr id="68618" name="Object 13"/>
            <p:cNvGraphicFramePr>
              <a:graphicFrameLocks/>
            </p:cNvGraphicFramePr>
            <p:nvPr/>
          </p:nvGraphicFramePr>
          <p:xfrm>
            <a:off x="672" y="3284"/>
            <a:ext cx="2947" cy="652"/>
          </p:xfrm>
          <a:graphic>
            <a:graphicData uri="http://schemas.openxmlformats.org/presentationml/2006/ole">
              <p:oleObj spid="_x0000_s55301" r:id="rId8" imgW="47244000" imgH="10363200" progId="Equation.3">
                <p:embed/>
              </p:oleObj>
            </a:graphicData>
          </a:graphic>
        </p:graphicFrame>
        <p:sp>
          <p:nvSpPr>
            <p:cNvPr id="68619" name="Text Box 15"/>
            <p:cNvSpPr txBox="1"/>
            <p:nvPr/>
          </p:nvSpPr>
          <p:spPr>
            <a:xfrm>
              <a:off x="144" y="3463"/>
              <a:ext cx="391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因此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                                     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/>
      <p:bldP spid="29707" grpId="0" animBg="1"/>
      <p:bldP spid="2970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/>
          <p:nvPr/>
        </p:nvSpPr>
        <p:spPr>
          <a:xfrm>
            <a:off x="206375" y="188913"/>
            <a:ext cx="8674100" cy="20621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确定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Gauss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求积公式的关键在于确定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Gauss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点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。因为如果先确定了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Gauss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点，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再确定其求积系数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A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k</a:t>
            </a:r>
            <a:r>
              <a:rPr lang="en-US" altLang="en-US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 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 = 0, 1, </a:t>
            </a:r>
            <a:r>
              <a:rPr lang="en-US" altLang="en-US" baseline="16000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. . .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,</a:t>
            </a:r>
            <a:r>
              <a:rPr lang="en-US" altLang="en-US" baseline="16000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时将变为线性方程组。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解线性方程组要比解非线性方程组方便得多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。</a:t>
            </a:r>
          </a:p>
        </p:txBody>
      </p:sp>
      <p:grpSp>
        <p:nvGrpSpPr>
          <p:cNvPr id="2" name="Group 16"/>
          <p:cNvGrpSpPr/>
          <p:nvPr/>
        </p:nvGrpSpPr>
        <p:grpSpPr>
          <a:xfrm>
            <a:off x="250825" y="2116138"/>
            <a:ext cx="8534400" cy="1241425"/>
            <a:chOff x="144" y="1248"/>
            <a:chExt cx="5376" cy="782"/>
          </a:xfrm>
        </p:grpSpPr>
        <p:sp>
          <p:nvSpPr>
            <p:cNvPr id="70659" name="Text Box 10"/>
            <p:cNvSpPr txBox="1"/>
            <p:nvPr/>
          </p:nvSpPr>
          <p:spPr>
            <a:xfrm>
              <a:off x="144" y="1434"/>
              <a:ext cx="537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如上例，若事先知道           和          ，则求积公式变为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</a:t>
              </a:r>
            </a:p>
          </p:txBody>
        </p:sp>
        <p:graphicFrame>
          <p:nvGraphicFramePr>
            <p:cNvPr id="70660" name="Object 11"/>
            <p:cNvGraphicFramePr>
              <a:graphicFrameLocks/>
            </p:cNvGraphicFramePr>
            <p:nvPr/>
          </p:nvGraphicFramePr>
          <p:xfrm>
            <a:off x="2249" y="1248"/>
            <a:ext cx="1063" cy="653"/>
          </p:xfrm>
          <a:graphic>
            <a:graphicData uri="http://schemas.openxmlformats.org/presentationml/2006/ole">
              <p:oleObj spid="_x0000_s56321" r:id="rId4" imgW="16459200" imgH="10363200" progId="Equation.3">
                <p:embed/>
              </p:oleObj>
            </a:graphicData>
          </a:graphic>
        </p:graphicFrame>
        <p:graphicFrame>
          <p:nvGraphicFramePr>
            <p:cNvPr id="70661" name="Object 13"/>
            <p:cNvGraphicFramePr>
              <a:graphicFrameLocks/>
            </p:cNvGraphicFramePr>
            <p:nvPr/>
          </p:nvGraphicFramePr>
          <p:xfrm>
            <a:off x="3598" y="1248"/>
            <a:ext cx="866" cy="653"/>
          </p:xfrm>
          <a:graphic>
            <a:graphicData uri="http://schemas.openxmlformats.org/presentationml/2006/ole">
              <p:oleObj spid="_x0000_s56322" r:id="rId5" imgW="13411200" imgH="10363200" progId="Equation.3">
                <p:embed/>
              </p:oleObj>
            </a:graphicData>
          </a:graphic>
        </p:graphicFrame>
      </p:grpSp>
      <p:graphicFrame>
        <p:nvGraphicFramePr>
          <p:cNvPr id="7185" name="Object 17"/>
          <p:cNvGraphicFramePr>
            <a:graphicFrameLocks/>
          </p:cNvGraphicFramePr>
          <p:nvPr/>
        </p:nvGraphicFramePr>
        <p:xfrm>
          <a:off x="1908175" y="2924175"/>
          <a:ext cx="5535613" cy="1036638"/>
        </p:xfrm>
        <a:graphic>
          <a:graphicData uri="http://schemas.openxmlformats.org/presentationml/2006/ole">
            <p:oleObj spid="_x0000_s56323" r:id="rId6" imgW="55778400" imgH="10363200" progId="Equation.3">
              <p:embed/>
            </p:oleObj>
          </a:graphicData>
        </a:graphic>
      </p:graphicFrame>
      <p:sp>
        <p:nvSpPr>
          <p:cNvPr id="7187" name="Text Box 19"/>
          <p:cNvSpPr txBox="1"/>
          <p:nvPr/>
        </p:nvSpPr>
        <p:spPr>
          <a:xfrm>
            <a:off x="152400" y="3789363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再计算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时，它们已成为线性关系，取</a:t>
            </a:r>
          </a:p>
          <a:p>
            <a:pPr eaLnBrk="0" hangingPunct="0"/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= 1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可得到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188" name="Object 20"/>
          <p:cNvGraphicFramePr>
            <a:graphicFrameLocks/>
          </p:cNvGraphicFramePr>
          <p:nvPr/>
        </p:nvGraphicFramePr>
        <p:xfrm>
          <a:off x="1590675" y="4797425"/>
          <a:ext cx="5286375" cy="1104900"/>
        </p:xfrm>
        <a:graphic>
          <a:graphicData uri="http://schemas.openxmlformats.org/presentationml/2006/ole">
            <p:oleObj spid="_x0000_s56324" r:id="rId7" imgW="49987200" imgH="10363200" progId="Equation.3">
              <p:embed/>
            </p:oleObj>
          </a:graphicData>
        </a:graphic>
      </p:graphicFrame>
      <p:sp>
        <p:nvSpPr>
          <p:cNvPr id="7190" name="Text Box 22"/>
          <p:cNvSpPr txBox="1"/>
          <p:nvPr/>
        </p:nvSpPr>
        <p:spPr>
          <a:xfrm>
            <a:off x="179388" y="5805488"/>
            <a:ext cx="3016250" cy="584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解得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3" name="Group 29"/>
          <p:cNvGrpSpPr/>
          <p:nvPr/>
        </p:nvGrpSpPr>
        <p:grpSpPr>
          <a:xfrm>
            <a:off x="395288" y="1350963"/>
            <a:ext cx="7835900" cy="782637"/>
            <a:chOff x="336" y="1968"/>
            <a:chExt cx="4936" cy="493"/>
          </a:xfrm>
        </p:grpSpPr>
        <p:sp>
          <p:nvSpPr>
            <p:cNvPr id="70667" name="Text Box 24"/>
            <p:cNvSpPr txBox="1"/>
            <p:nvPr/>
          </p:nvSpPr>
          <p:spPr>
            <a:xfrm>
              <a:off x="336" y="2016"/>
              <a:ext cx="2429" cy="36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当然也可以由关系式</a:t>
              </a:r>
              <a:endParaRPr lang="zh-CN" altLang="en-US" sz="2800" b="1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70668" name="Object 25"/>
            <p:cNvGraphicFramePr>
              <a:graphicFrameLocks/>
            </p:cNvGraphicFramePr>
            <p:nvPr/>
          </p:nvGraphicFramePr>
          <p:xfrm>
            <a:off x="2736" y="1968"/>
            <a:ext cx="1412" cy="493"/>
          </p:xfrm>
          <a:graphic>
            <a:graphicData uri="http://schemas.openxmlformats.org/presentationml/2006/ole">
              <p:oleObj spid="_x0000_s56325" r:id="rId8" imgW="24688800" imgH="8534400" progId="Equation.3">
                <p:embed/>
              </p:oleObj>
            </a:graphicData>
          </a:graphic>
        </p:graphicFrame>
        <p:sp>
          <p:nvSpPr>
            <p:cNvPr id="70669" name="Rectangle 26"/>
            <p:cNvSpPr/>
            <p:nvPr/>
          </p:nvSpPr>
          <p:spPr>
            <a:xfrm>
              <a:off x="4128" y="1995"/>
              <a:ext cx="1144" cy="36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来确定。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87" grpId="0"/>
      <p:bldP spid="719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/>
          <p:nvPr/>
        </p:nvGrpSpPr>
        <p:grpSpPr>
          <a:xfrm>
            <a:off x="615315" y="1824990"/>
            <a:ext cx="8229600" cy="4237038"/>
            <a:chOff x="288" y="1381"/>
            <a:chExt cx="5184" cy="2669"/>
          </a:xfrm>
        </p:grpSpPr>
        <p:sp>
          <p:nvSpPr>
            <p:cNvPr id="71682" name="Text Box 5"/>
            <p:cNvSpPr txBox="1"/>
            <p:nvPr/>
          </p:nvSpPr>
          <p:spPr>
            <a:xfrm>
              <a:off x="288" y="1381"/>
              <a:ext cx="5184" cy="23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定理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8.5.1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插值型求积公式中的求积节点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en-US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k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(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k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= 0, 1,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…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是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Gauss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点的充分必要条件是                    </a:t>
              </a:r>
            </a:p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                           </a:t>
              </a:r>
            </a:p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与任意次数不超过</a:t>
              </a:r>
              <a:r>
                <a:rPr lang="zh-CN" altLang="en-US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的多项式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(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)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均正交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即满足</a:t>
              </a:r>
            </a:p>
          </p:txBody>
        </p:sp>
        <p:graphicFrame>
          <p:nvGraphicFramePr>
            <p:cNvPr id="71683" name="Object 6"/>
            <p:cNvGraphicFramePr>
              <a:graphicFrameLocks/>
            </p:cNvGraphicFramePr>
            <p:nvPr/>
          </p:nvGraphicFramePr>
          <p:xfrm>
            <a:off x="1860" y="2313"/>
            <a:ext cx="2039" cy="680"/>
          </p:xfrm>
          <a:graphic>
            <a:graphicData uri="http://schemas.openxmlformats.org/presentationml/2006/ole">
              <p:oleObj spid="_x0000_s57345" r:id="rId4" imgW="31089600" imgH="10363200" progId="">
                <p:embed/>
              </p:oleObj>
            </a:graphicData>
          </a:graphic>
        </p:graphicFrame>
        <p:graphicFrame>
          <p:nvGraphicFramePr>
            <p:cNvPr id="71684" name="Object 7"/>
            <p:cNvGraphicFramePr>
              <a:graphicFrameLocks/>
            </p:cNvGraphicFramePr>
            <p:nvPr/>
          </p:nvGraphicFramePr>
          <p:xfrm>
            <a:off x="1500" y="3530"/>
            <a:ext cx="2119" cy="520"/>
          </p:xfrm>
          <a:graphic>
            <a:graphicData uri="http://schemas.openxmlformats.org/presentationml/2006/ole">
              <p:oleObj spid="_x0000_s57346" r:id="rId5" imgW="32308800" imgH="7924800" progId="">
                <p:embed/>
              </p:oleObj>
            </a:graphicData>
          </a:graphic>
        </p:graphicFrame>
      </p:grpSp>
      <p:sp>
        <p:nvSpPr>
          <p:cNvPr id="71686" name="Rectangle 9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173913" cy="685800"/>
          </a:xfrm>
        </p:spPr>
        <p:txBody>
          <a:bodyPr vert="horz" wrap="square" lIns="91440" tIns="45720" rIns="91440" bIns="45720" anchor="ctr"/>
          <a:lstStyle/>
          <a:p>
            <a:pPr algn="l" eaLnBrk="1" hangingPunct="1"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关于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Gauss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点的求法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有如下定理。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必要性的证明</a:t>
            </a:r>
          </a:p>
        </p:txBody>
      </p:sp>
      <p:pic>
        <p:nvPicPr>
          <p:cNvPr id="4" name="内容占位符 3" descr="图1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5575" y="1731010"/>
            <a:ext cx="8832850" cy="3889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充分性的证明</a:t>
            </a:r>
          </a:p>
        </p:txBody>
      </p:sp>
      <p:pic>
        <p:nvPicPr>
          <p:cNvPr id="4" name="内容占位符 3" descr="图2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3400" y="916940"/>
            <a:ext cx="8141335" cy="3757930"/>
          </a:xfrm>
          <a:prstGeom prst="rect">
            <a:avLst/>
          </a:prstGeom>
        </p:spPr>
      </p:pic>
      <p:pic>
        <p:nvPicPr>
          <p:cNvPr id="5" name="内容占位符 3" descr="图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60" y="4674870"/>
            <a:ext cx="8234045" cy="19545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充分性的证明（续）</a:t>
            </a:r>
            <a:endParaRPr lang="zh-CN" altLang="en-US"/>
          </a:p>
        </p:txBody>
      </p:sp>
      <p:pic>
        <p:nvPicPr>
          <p:cNvPr id="5" name="图片 4" descr="图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" y="1250315"/>
            <a:ext cx="8475345" cy="4998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8" name="Text Box 8"/>
          <p:cNvSpPr txBox="1"/>
          <p:nvPr/>
        </p:nvSpPr>
        <p:spPr>
          <a:xfrm>
            <a:off x="533400" y="1100455"/>
            <a:ext cx="8382000" cy="12725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推论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8.5.1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在区间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]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上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+ 1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次正交多项式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n+1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的零点即为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Gauss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 8"/>
          <p:cNvSpPr txBox="1"/>
          <p:nvPr/>
        </p:nvSpPr>
        <p:spPr>
          <a:xfrm>
            <a:off x="533400" y="2653030"/>
            <a:ext cx="8382000" cy="186309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该推论说明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区间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]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上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+ 1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次正交多项式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n+1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与函数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n+1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只相差一个系数，其零点是相同的。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/>
      <p:bldP spid="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/>
          </p:cNvSpPr>
          <p:nvPr>
            <p:ph type="title"/>
          </p:nvPr>
        </p:nvSpPr>
        <p:spPr>
          <a:xfrm>
            <a:off x="174625" y="379413"/>
            <a:ext cx="8664575" cy="1220787"/>
          </a:xfrm>
        </p:spPr>
        <p:txBody>
          <a:bodyPr vert="horz" wrap="square" lIns="91440" tIns="45720" rIns="91440" bIns="45720" anchor="ctr"/>
          <a:lstStyle/>
          <a:p>
            <a:pPr algn="l" eaLnBrk="1" hangingPunct="1">
              <a:buNone/>
            </a:pP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8.5.1</a:t>
            </a:r>
            <a:r>
              <a:rPr lang="en-US" altLang="zh-CN" sz="2800" u="none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确定下列求积公式中的待定参数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u="none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zh-CN" u="none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9702" name="Object 6"/>
          <p:cNvGraphicFramePr>
            <a:graphicFrameLocks/>
          </p:cNvGraphicFramePr>
          <p:nvPr/>
        </p:nvGraphicFramePr>
        <p:xfrm>
          <a:off x="1979613" y="1196975"/>
          <a:ext cx="4570412" cy="723900"/>
        </p:xfrm>
        <a:graphic>
          <a:graphicData uri="http://schemas.openxmlformats.org/presentationml/2006/ole">
            <p:oleObj spid="_x0000_s208901" r:id="rId4" imgW="49987200" imgH="7924800" progId="">
              <p:embed/>
            </p:oleObj>
          </a:graphicData>
        </a:graphic>
      </p:graphicFrame>
      <p:sp>
        <p:nvSpPr>
          <p:cNvPr id="29703" name="Text Box 7"/>
          <p:cNvSpPr txBox="1"/>
          <p:nvPr/>
        </p:nvSpPr>
        <p:spPr>
          <a:xfrm>
            <a:off x="-66357" y="1927225"/>
            <a:ext cx="805434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解法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：令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则有下列方程组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9704" name="Object 8"/>
          <p:cNvGraphicFramePr>
            <a:graphicFrameLocks/>
          </p:cNvGraphicFramePr>
          <p:nvPr/>
        </p:nvGraphicFramePr>
        <p:xfrm>
          <a:off x="233363" y="2590800"/>
          <a:ext cx="2624137" cy="2689225"/>
        </p:xfrm>
        <a:graphic>
          <a:graphicData uri="http://schemas.openxmlformats.org/presentationml/2006/ole">
            <p:oleObj spid="_x0000_s208900" r:id="rId5" imgW="27432000" imgH="28041600" progId="">
              <p:embed/>
            </p:oleObj>
          </a:graphicData>
        </a:graphic>
      </p:graphicFrame>
      <p:graphicFrame>
        <p:nvGraphicFramePr>
          <p:cNvPr id="29705" name="Object 9"/>
          <p:cNvGraphicFramePr>
            <a:graphicFrameLocks/>
          </p:cNvGraphicFramePr>
          <p:nvPr/>
        </p:nvGraphicFramePr>
        <p:xfrm>
          <a:off x="2819400" y="3581400"/>
          <a:ext cx="603250" cy="477838"/>
        </p:xfrm>
        <a:graphic>
          <a:graphicData uri="http://schemas.openxmlformats.org/presentationml/2006/ole">
            <p:oleObj spid="_x0000_s208899" r:id="rId6" imgW="4572000" imgH="3657600" progId="">
              <p:embed/>
            </p:oleObj>
          </a:graphicData>
        </a:graphic>
      </p:graphicFrame>
      <p:graphicFrame>
        <p:nvGraphicFramePr>
          <p:cNvPr id="29706" name="Object 10"/>
          <p:cNvGraphicFramePr>
            <a:graphicFrameLocks/>
          </p:cNvGraphicFramePr>
          <p:nvPr/>
        </p:nvGraphicFramePr>
        <p:xfrm>
          <a:off x="3511550" y="2362200"/>
          <a:ext cx="1925638" cy="2979738"/>
        </p:xfrm>
        <a:graphic>
          <a:graphicData uri="http://schemas.openxmlformats.org/presentationml/2006/ole">
            <p:oleObj spid="_x0000_s208898" r:id="rId7" imgW="20116800" imgH="31089600" progId="">
              <p:embed/>
            </p:oleObj>
          </a:graphicData>
        </a:graphic>
      </p:graphicFrame>
      <p:grpSp>
        <p:nvGrpSpPr>
          <p:cNvPr id="2" name="Group 16"/>
          <p:cNvGrpSpPr/>
          <p:nvPr/>
        </p:nvGrpSpPr>
        <p:grpSpPr>
          <a:xfrm>
            <a:off x="228600" y="5213350"/>
            <a:ext cx="6213475" cy="1035050"/>
            <a:chOff x="144" y="3284"/>
            <a:chExt cx="3914" cy="652"/>
          </a:xfrm>
        </p:grpSpPr>
        <p:graphicFrame>
          <p:nvGraphicFramePr>
            <p:cNvPr id="68618" name="Object 13"/>
            <p:cNvGraphicFramePr>
              <a:graphicFrameLocks/>
            </p:cNvGraphicFramePr>
            <p:nvPr/>
          </p:nvGraphicFramePr>
          <p:xfrm>
            <a:off x="672" y="3284"/>
            <a:ext cx="2947" cy="652"/>
          </p:xfrm>
          <a:graphic>
            <a:graphicData uri="http://schemas.openxmlformats.org/presentationml/2006/ole">
              <p:oleObj spid="_x0000_s208897" r:id="rId8" imgW="47244000" imgH="10363200" progId="Equation.3">
                <p:embed/>
              </p:oleObj>
            </a:graphicData>
          </a:graphic>
        </p:graphicFrame>
        <p:sp>
          <p:nvSpPr>
            <p:cNvPr id="68619" name="Text Box 15"/>
            <p:cNvSpPr txBox="1"/>
            <p:nvPr/>
          </p:nvSpPr>
          <p:spPr>
            <a:xfrm>
              <a:off x="144" y="3463"/>
              <a:ext cx="391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因此 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                                      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182476" y="334226"/>
            <a:ext cx="8674100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解法2</a:t>
            </a:r>
            <a:r>
              <a:rPr lang="en-US" altLang="zh-CN" sz="32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首先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确定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Gauss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点，利用</a:t>
            </a:r>
          </a:p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    与任意一次多项式正交，有</a:t>
            </a:r>
          </a:p>
        </p:txBody>
      </p:sp>
      <p:grpSp>
        <p:nvGrpSpPr>
          <p:cNvPr id="5" name="Group 16"/>
          <p:cNvGrpSpPr/>
          <p:nvPr/>
        </p:nvGrpSpPr>
        <p:grpSpPr>
          <a:xfrm>
            <a:off x="213043" y="4468970"/>
            <a:ext cx="8534400" cy="1057275"/>
            <a:chOff x="109" y="905"/>
            <a:chExt cx="5376" cy="666"/>
          </a:xfrm>
        </p:grpSpPr>
        <p:sp>
          <p:nvSpPr>
            <p:cNvPr id="9" name="Text Box 10"/>
            <p:cNvSpPr txBox="1"/>
            <p:nvPr/>
          </p:nvSpPr>
          <p:spPr>
            <a:xfrm>
              <a:off x="109" y="1094"/>
              <a:ext cx="537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>
              <a:defPPr>
                <a:defRPr lang="en-US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0" i="0" u="none" kern="1200" baseline="0">
                  <a:solidFill>
                    <a:schemeClr val="accent2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r>
                <a:rPr lang="zh-CN" altLang="en-US" sz="2800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解得，          和          ，则求积公式变为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   </a:t>
              </a:r>
            </a:p>
          </p:txBody>
        </p:sp>
        <p:pic>
          <p:nvPicPr>
            <p:cNvPr id="10" name="图片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48" y="918"/>
              <a:ext cx="1063" cy="653"/>
            </a:xfrm>
            <a:prstGeom prst="rect">
              <a:avLst/>
            </a:prstGeom>
            <a:noFill/>
            <a:ln w="38100">
              <a:noFill/>
            </a:ln>
          </p:spPr>
        </p:pic>
        <p:pic>
          <p:nvPicPr>
            <p:cNvPr id="11" name="图片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083" y="905"/>
              <a:ext cx="866" cy="653"/>
            </a:xfrm>
            <a:prstGeom prst="rect">
              <a:avLst/>
            </a:prstGeom>
            <a:noFill/>
            <a:ln w="38100">
              <a:noFill/>
            </a:ln>
          </p:spPr>
        </p:pic>
      </p:grpSp>
      <p:pic>
        <p:nvPicPr>
          <p:cNvPr id="6" name="对象 4">
            <a:hlinkClick r:id="" action="ppaction://ole?verb=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210" y="3854290"/>
            <a:ext cx="914400" cy="215900"/>
          </a:xfrm>
        </p:spPr>
      </p:pic>
      <p:pic>
        <p:nvPicPr>
          <p:cNvPr id="7" name="对象 5">
            <a:hlinkClick r:id="" action="ppaction://ole?verb=0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660" y="3213576"/>
            <a:ext cx="2747010" cy="1838325"/>
          </a:xfrm>
        </p:spPr>
      </p:pic>
      <p:pic>
        <p:nvPicPr>
          <p:cNvPr id="8" name="对象 6">
            <a:hlinkClick r:id="" action="ppaction://ole?verb=0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4370" y="722470"/>
            <a:ext cx="3331845" cy="530860"/>
          </a:xfrm>
        </p:spPr>
      </p:pic>
      <p:pic>
        <p:nvPicPr>
          <p:cNvPr id="219137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10250" y="335973"/>
            <a:ext cx="33337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9138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17068" y="1300595"/>
            <a:ext cx="8535987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9139" name="Picture 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793856" y="2703801"/>
            <a:ext cx="275272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9140" name="Picture 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287606" y="5390284"/>
            <a:ext cx="55435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/>
          <p:nvPr/>
        </p:nvSpPr>
        <p:spPr>
          <a:xfrm>
            <a:off x="206375" y="188913"/>
            <a:ext cx="8674100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解法2（续）</a:t>
            </a:r>
            <a:r>
              <a:rPr lang="en-US" altLang="zh-CN" sz="32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确定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Gauss</a:t>
            </a:r>
            <a:r>
              <a:rPr lang="zh-CN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点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后</a:t>
            </a:r>
            <a:r>
              <a:rPr lang="zh-CN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再计算求积系数，利用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graphicFrame>
        <p:nvGraphicFramePr>
          <p:cNvPr id="7185" name="Object 17"/>
          <p:cNvGraphicFramePr>
            <a:graphicFrameLocks/>
          </p:cNvGraphicFramePr>
          <p:nvPr/>
        </p:nvGraphicFramePr>
        <p:xfrm>
          <a:off x="1804035" y="1265555"/>
          <a:ext cx="5535613" cy="1036638"/>
        </p:xfrm>
        <a:graphic>
          <a:graphicData uri="http://schemas.openxmlformats.org/presentationml/2006/ole">
            <p:oleObj spid="_x0000_s218116" r:id="rId4" imgW="55778400" imgH="10363200" progId="Equation.3">
              <p:embed/>
            </p:oleObj>
          </a:graphicData>
        </a:graphic>
      </p:graphicFrame>
      <p:sp>
        <p:nvSpPr>
          <p:cNvPr id="7187" name="Text Box 19"/>
          <p:cNvSpPr txBox="1"/>
          <p:nvPr/>
        </p:nvSpPr>
        <p:spPr>
          <a:xfrm>
            <a:off x="432435" y="2302193"/>
            <a:ext cx="8610600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再计算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时，它们已成为线性关系，取</a:t>
            </a:r>
          </a:p>
          <a:p>
            <a:pPr eaLnBrk="0" hangingPunct="0"/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= 1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可得到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188" name="Object 20"/>
          <p:cNvGraphicFramePr>
            <a:graphicFrameLocks/>
          </p:cNvGraphicFramePr>
          <p:nvPr/>
        </p:nvGraphicFramePr>
        <p:xfrm>
          <a:off x="1562100" y="3536950"/>
          <a:ext cx="5286375" cy="1104900"/>
        </p:xfrm>
        <a:graphic>
          <a:graphicData uri="http://schemas.openxmlformats.org/presentationml/2006/ole">
            <p:oleObj spid="_x0000_s218115" name="公式" r:id="rId5" imgW="49987200" imgH="10363200" progId="Equation.3">
              <p:embed/>
            </p:oleObj>
          </a:graphicData>
        </a:graphic>
      </p:graphicFrame>
      <p:sp>
        <p:nvSpPr>
          <p:cNvPr id="7190" name="Text Box 22"/>
          <p:cNvSpPr txBox="1"/>
          <p:nvPr/>
        </p:nvSpPr>
        <p:spPr>
          <a:xfrm>
            <a:off x="432435" y="4641850"/>
            <a:ext cx="67405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解得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，求积公式变为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p:oleObj spid="_x0000_s218114" r:id="rId6" imgW="914400" imgH="215640" progId="Equation.3">
              <p:embed/>
            </p:oleObj>
          </a:graphicData>
        </a:graphic>
      </p:graphicFrame>
      <p:graphicFrame>
        <p:nvGraphicFramePr>
          <p:cNvPr id="7" name="Object 17"/>
          <p:cNvGraphicFramePr>
            <a:graphicFrameLocks/>
          </p:cNvGraphicFramePr>
          <p:nvPr/>
        </p:nvGraphicFramePr>
        <p:xfrm>
          <a:off x="1271270" y="5225415"/>
          <a:ext cx="5400040" cy="1031875"/>
        </p:xfrm>
        <a:graphic>
          <a:graphicData uri="http://schemas.openxmlformats.org/presentationml/2006/ole">
            <p:oleObj spid="_x0000_s218113" r:id="rId7" imgW="194292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87" grpId="0"/>
      <p:bldP spid="7190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/>
          </p:cNvSpPr>
          <p:nvPr>
            <p:ph type="title"/>
          </p:nvPr>
        </p:nvSpPr>
        <p:spPr>
          <a:xfrm>
            <a:off x="20638" y="138113"/>
            <a:ext cx="7772400" cy="709612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zh-CN" sz="3600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uss-Legendre 求积公式</a:t>
            </a:r>
            <a:endParaRPr lang="zh-CN" altLang="zh-CN" sz="3600" b="1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96850" y="747713"/>
            <a:ext cx="8696325" cy="1878012"/>
            <a:chOff x="96" y="470"/>
            <a:chExt cx="5478" cy="1183"/>
          </a:xfrm>
        </p:grpSpPr>
        <p:sp>
          <p:nvSpPr>
            <p:cNvPr id="72707" name="Text Box 4"/>
            <p:cNvSpPr txBox="1"/>
            <p:nvPr/>
          </p:nvSpPr>
          <p:spPr>
            <a:xfrm>
              <a:off x="96" y="470"/>
              <a:ext cx="547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在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[-1, 1]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上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权函数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ρ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=1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+1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次Legendre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72708" name="Object 5"/>
            <p:cNvGraphicFramePr>
              <a:graphicFrameLocks/>
            </p:cNvGraphicFramePr>
            <p:nvPr/>
          </p:nvGraphicFramePr>
          <p:xfrm>
            <a:off x="1109" y="785"/>
            <a:ext cx="3056" cy="616"/>
          </p:xfrm>
          <a:graphic>
            <a:graphicData uri="http://schemas.openxmlformats.org/presentationml/2006/ole">
              <p:oleObj spid="_x0000_s58369" r:id="rId4" imgW="52730400" imgH="10668000" progId="">
                <p:embed/>
              </p:oleObj>
            </a:graphicData>
          </a:graphic>
        </p:graphicFrame>
        <p:sp>
          <p:nvSpPr>
            <p:cNvPr id="72709" name="Text Box 6"/>
            <p:cNvSpPr txBox="1"/>
            <p:nvPr/>
          </p:nvSpPr>
          <p:spPr>
            <a:xfrm>
              <a:off x="127" y="1288"/>
              <a:ext cx="335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多项式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的零点即为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 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点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250825" y="2636838"/>
            <a:ext cx="8763000" cy="2528887"/>
            <a:chOff x="158" y="1661"/>
            <a:chExt cx="5520" cy="1593"/>
          </a:xfrm>
        </p:grpSpPr>
        <p:sp>
          <p:nvSpPr>
            <p:cNvPr id="72711" name="Text Box 8"/>
            <p:cNvSpPr txBox="1"/>
            <p:nvPr/>
          </p:nvSpPr>
          <p:spPr>
            <a:xfrm>
              <a:off x="158" y="1661"/>
              <a:ext cx="5520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以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+1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的零点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0, 1, </a:t>
              </a:r>
              <a:r>
                <a:rPr lang="en-US" altLang="en-US" baseline="16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 . .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baseline="16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为求积节点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建立的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积公式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72712" name="Object 9"/>
            <p:cNvGraphicFramePr>
              <a:graphicFrameLocks/>
            </p:cNvGraphicFramePr>
            <p:nvPr/>
          </p:nvGraphicFramePr>
          <p:xfrm>
            <a:off x="1701" y="2205"/>
            <a:ext cx="2394" cy="693"/>
          </p:xfrm>
          <a:graphic>
            <a:graphicData uri="http://schemas.openxmlformats.org/presentationml/2006/ole">
              <p:oleObj spid="_x0000_s58370" r:id="rId5" imgW="35661600" imgH="10363200" progId="">
                <p:embed/>
              </p:oleObj>
            </a:graphicData>
          </a:graphic>
        </p:graphicFrame>
        <p:sp>
          <p:nvSpPr>
            <p:cNvPr id="72713" name="Text Box 10"/>
            <p:cNvSpPr txBox="1"/>
            <p:nvPr/>
          </p:nvSpPr>
          <p:spPr>
            <a:xfrm>
              <a:off x="158" y="2886"/>
              <a:ext cx="530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称为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Gauss-Legendre 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求积公式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求积系数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4" name="Group 20"/>
          <p:cNvGrpSpPr/>
          <p:nvPr/>
        </p:nvGrpSpPr>
        <p:grpSpPr>
          <a:xfrm>
            <a:off x="827088" y="5157788"/>
            <a:ext cx="7735887" cy="1101725"/>
            <a:chOff x="612" y="3339"/>
            <a:chExt cx="4873" cy="694"/>
          </a:xfrm>
        </p:grpSpPr>
        <p:graphicFrame>
          <p:nvGraphicFramePr>
            <p:cNvPr id="72715" name="Object 13"/>
            <p:cNvGraphicFramePr>
              <a:graphicFrameLocks/>
            </p:cNvGraphicFramePr>
            <p:nvPr/>
          </p:nvGraphicFramePr>
          <p:xfrm>
            <a:off x="612" y="3339"/>
            <a:ext cx="3890" cy="694"/>
          </p:xfrm>
          <a:graphic>
            <a:graphicData uri="http://schemas.openxmlformats.org/presentationml/2006/ole">
              <p:oleObj spid="_x0000_s58371" r:id="rId6" imgW="57912000" imgH="10363200" progId="">
                <p:embed/>
              </p:oleObj>
            </a:graphicData>
          </a:graphic>
        </p:graphicFrame>
        <p:sp>
          <p:nvSpPr>
            <p:cNvPr id="72716" name="Text Box 17"/>
            <p:cNvSpPr txBox="1"/>
            <p:nvPr/>
          </p:nvSpPr>
          <p:spPr>
            <a:xfrm>
              <a:off x="4649" y="3519"/>
              <a:ext cx="83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(8.5.9)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2057400" cy="4572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</a:rPr>
              <a:t>这是因为</a:t>
            </a:r>
            <a:r>
              <a:rPr lang="en-US" altLang="zh-CN" u="none" dirty="0">
                <a:solidFill>
                  <a:schemeClr val="tx1"/>
                </a:solidFill>
              </a:rPr>
              <a:t>:</a:t>
            </a:r>
          </a:p>
        </p:txBody>
      </p:sp>
      <p:graphicFrame>
        <p:nvGraphicFramePr>
          <p:cNvPr id="26627" name="Object 3"/>
          <p:cNvGraphicFramePr>
            <a:graphicFrameLocks/>
          </p:cNvGraphicFramePr>
          <p:nvPr/>
        </p:nvGraphicFramePr>
        <p:xfrm>
          <a:off x="1042988" y="2468563"/>
          <a:ext cx="6564312" cy="1201737"/>
        </p:xfrm>
        <a:graphic>
          <a:graphicData uri="http://schemas.openxmlformats.org/presentationml/2006/ole">
            <p:oleObj spid="_x0000_s59393" r:id="rId4" imgW="61569600" imgH="11277600" progId="Equation.3">
              <p:embed/>
            </p:oleObj>
          </a:graphicData>
        </a:graphic>
      </p:graphicFrame>
      <p:graphicFrame>
        <p:nvGraphicFramePr>
          <p:cNvPr id="26629" name="Object 5"/>
          <p:cNvGraphicFramePr>
            <a:graphicFrameLocks/>
          </p:cNvGraphicFramePr>
          <p:nvPr/>
        </p:nvGraphicFramePr>
        <p:xfrm>
          <a:off x="1519238" y="3635375"/>
          <a:ext cx="4587875" cy="1204913"/>
        </p:xfrm>
        <a:graphic>
          <a:graphicData uri="http://schemas.openxmlformats.org/presentationml/2006/ole">
            <p:oleObj spid="_x0000_s59394" r:id="rId5" imgW="42976800" imgH="11277600" progId="Equation.3">
              <p:embed/>
            </p:oleObj>
          </a:graphicData>
        </a:graphic>
      </p:graphicFrame>
      <p:graphicFrame>
        <p:nvGraphicFramePr>
          <p:cNvPr id="26631" name="Object 7"/>
          <p:cNvGraphicFramePr>
            <a:graphicFrameLocks/>
          </p:cNvGraphicFramePr>
          <p:nvPr/>
        </p:nvGraphicFramePr>
        <p:xfrm>
          <a:off x="1518920" y="4841240"/>
          <a:ext cx="5800090" cy="1196975"/>
        </p:xfrm>
        <a:graphic>
          <a:graphicData uri="http://schemas.openxmlformats.org/presentationml/2006/ole">
            <p:oleObj spid="_x0000_s59395" r:id="rId6" imgW="2311200" imgH="431640" progId="Equation.3">
              <p:embed/>
            </p:oleObj>
          </a:graphicData>
        </a:graphic>
      </p:graphicFrame>
      <p:grpSp>
        <p:nvGrpSpPr>
          <p:cNvPr id="2" name="Group 18"/>
          <p:cNvGrpSpPr/>
          <p:nvPr/>
        </p:nvGrpSpPr>
        <p:grpSpPr>
          <a:xfrm>
            <a:off x="395288" y="1727200"/>
            <a:ext cx="7440612" cy="663575"/>
            <a:chOff x="249" y="618"/>
            <a:chExt cx="4680" cy="391"/>
          </a:xfrm>
        </p:grpSpPr>
        <p:sp>
          <p:nvSpPr>
            <p:cNvPr id="74758" name="Rectangle 11"/>
            <p:cNvSpPr/>
            <p:nvPr/>
          </p:nvSpPr>
          <p:spPr>
            <a:xfrm>
              <a:off x="249" y="635"/>
              <a:ext cx="4680" cy="3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其中       为          的首项系数。于是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74759" name="Object 10"/>
            <p:cNvGraphicFramePr>
              <a:graphicFrameLocks/>
            </p:cNvGraphicFramePr>
            <p:nvPr/>
          </p:nvGraphicFramePr>
          <p:xfrm>
            <a:off x="1647" y="620"/>
            <a:ext cx="755" cy="367"/>
          </p:xfrm>
          <a:graphic>
            <a:graphicData uri="http://schemas.openxmlformats.org/presentationml/2006/ole">
              <p:oleObj spid="_x0000_s59396" r:id="rId7" imgW="11277600" imgH="5486400" progId="Equation.3">
                <p:embed/>
              </p:oleObj>
            </a:graphicData>
          </a:graphic>
        </p:graphicFrame>
        <p:graphicFrame>
          <p:nvGraphicFramePr>
            <p:cNvPr id="74760" name="Object 9"/>
            <p:cNvGraphicFramePr>
              <a:graphicFrameLocks/>
            </p:cNvGraphicFramePr>
            <p:nvPr/>
          </p:nvGraphicFramePr>
          <p:xfrm>
            <a:off x="864" y="618"/>
            <a:ext cx="472" cy="391"/>
          </p:xfrm>
          <a:graphic>
            <a:graphicData uri="http://schemas.openxmlformats.org/presentationml/2006/ole">
              <p:oleObj spid="_x0000_s59397" r:id="rId8" imgW="7010400" imgH="5791200" progId="Equation.3">
                <p:embed/>
              </p:oleObj>
            </a:graphicData>
          </a:graphic>
        </p:graphicFrame>
      </p:grpSp>
      <p:graphicFrame>
        <p:nvGraphicFramePr>
          <p:cNvPr id="26632" name="Object 8"/>
          <p:cNvGraphicFramePr>
            <a:graphicFrameLocks/>
          </p:cNvGraphicFramePr>
          <p:nvPr/>
        </p:nvGraphicFramePr>
        <p:xfrm>
          <a:off x="1376363" y="682625"/>
          <a:ext cx="6203950" cy="1104900"/>
        </p:xfrm>
        <a:graphic>
          <a:graphicData uri="http://schemas.openxmlformats.org/presentationml/2006/ole">
            <p:oleObj spid="_x0000_s59398" r:id="rId9" imgW="58216800" imgH="1036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常见</a:t>
            </a:r>
            <a:r>
              <a:rPr lang="en-US" altLang="zh-CN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604838" y="1219200"/>
            <a:ext cx="8131175" cy="2453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 =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时，一次勒让德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(Legendre)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多项式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的零点（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Gauss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点）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0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，取其为求积节点，由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(8.5.9)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确定出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= 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。从而得到一点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Gauss-Legendre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求积公式</a:t>
            </a:r>
          </a:p>
        </p:txBody>
      </p:sp>
      <p:graphicFrame>
        <p:nvGraphicFramePr>
          <p:cNvPr id="31748" name="Object 4"/>
          <p:cNvGraphicFramePr>
            <a:graphicFrameLocks/>
          </p:cNvGraphicFramePr>
          <p:nvPr/>
        </p:nvGraphicFramePr>
        <p:xfrm>
          <a:off x="2043113" y="3652838"/>
          <a:ext cx="4759325" cy="911225"/>
        </p:xfrm>
        <a:graphic>
          <a:graphicData uri="http://schemas.openxmlformats.org/presentationml/2006/ole">
            <p:oleObj spid="_x0000_s60417" r:id="rId4" imgW="45110400" imgH="8534400" progId="Equation.3">
              <p:embed/>
            </p:oleObj>
          </a:graphicData>
        </a:graphic>
      </p:graphicFrame>
      <p:graphicFrame>
        <p:nvGraphicFramePr>
          <p:cNvPr id="31749" name="Object 5"/>
          <p:cNvGraphicFramePr>
            <a:graphicFrameLocks/>
          </p:cNvGraphicFramePr>
          <p:nvPr/>
        </p:nvGraphicFramePr>
        <p:xfrm>
          <a:off x="2051050" y="4797425"/>
          <a:ext cx="4268788" cy="1109663"/>
        </p:xfrm>
        <a:graphic>
          <a:graphicData uri="http://schemas.openxmlformats.org/presentationml/2006/ole">
            <p:oleObj spid="_x0000_s60418" r:id="rId5" imgW="39928800" imgH="10363200" progId="Equation.3">
              <p:embed/>
            </p:oleObj>
          </a:graphicData>
        </a:graphic>
      </p:graphicFrame>
      <p:sp>
        <p:nvSpPr>
          <p:cNvPr id="31750" name="Text Box 6"/>
          <p:cNvSpPr txBox="1"/>
          <p:nvPr/>
        </p:nvSpPr>
        <p:spPr>
          <a:xfrm>
            <a:off x="708025" y="5000625"/>
            <a:ext cx="13922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由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751" name="Text Box 7"/>
          <p:cNvSpPr txBox="1"/>
          <p:nvPr/>
        </p:nvSpPr>
        <p:spPr>
          <a:xfrm>
            <a:off x="6300788" y="4941888"/>
            <a:ext cx="18097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来确定。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50" grpId="0"/>
      <p:bldP spid="3175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常见</a:t>
            </a:r>
            <a:r>
              <a:rPr lang="en-US" altLang="zh-CN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654" name="Text Box 6"/>
          <p:cNvSpPr txBox="1"/>
          <p:nvPr/>
        </p:nvSpPr>
        <p:spPr>
          <a:xfrm>
            <a:off x="304800" y="1279525"/>
            <a:ext cx="826928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= 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时，二次勒让德（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Legendre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）多项式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7655" name="Object 7"/>
          <p:cNvGraphicFramePr>
            <a:graphicFrameLocks/>
          </p:cNvGraphicFramePr>
          <p:nvPr/>
        </p:nvGraphicFramePr>
        <p:xfrm>
          <a:off x="685800" y="1981200"/>
          <a:ext cx="2843213" cy="942975"/>
        </p:xfrm>
        <a:graphic>
          <a:graphicData uri="http://schemas.openxmlformats.org/presentationml/2006/ole">
            <p:oleObj spid="_x0000_s61441" r:id="rId4" imgW="28651200" imgH="9448800" progId="Equation.3">
              <p:embed/>
            </p:oleObj>
          </a:graphicData>
        </a:graphic>
      </p:graphicFrame>
      <p:grpSp>
        <p:nvGrpSpPr>
          <p:cNvPr id="2" name="Group 15"/>
          <p:cNvGrpSpPr/>
          <p:nvPr/>
        </p:nvGrpSpPr>
        <p:grpSpPr>
          <a:xfrm>
            <a:off x="534988" y="2935288"/>
            <a:ext cx="8228012" cy="2357437"/>
            <a:chOff x="192" y="1840"/>
            <a:chExt cx="5328" cy="1485"/>
          </a:xfrm>
        </p:grpSpPr>
        <p:sp>
          <p:nvSpPr>
            <p:cNvPr id="76805" name="Text Box 9"/>
            <p:cNvSpPr txBox="1"/>
            <p:nvPr/>
          </p:nvSpPr>
          <p:spPr>
            <a:xfrm>
              <a:off x="192" y="1872"/>
              <a:ext cx="5328" cy="14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它有两个零点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(Gauss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点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           ,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取它们为求积节点，由（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8.5.9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）确定出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1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。从而得到二点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Gauss-Legendre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求积公式 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76806" name="Object 10"/>
            <p:cNvGraphicFramePr>
              <a:graphicFrameLocks/>
            </p:cNvGraphicFramePr>
            <p:nvPr/>
          </p:nvGraphicFramePr>
          <p:xfrm>
            <a:off x="3011" y="1840"/>
            <a:ext cx="571" cy="652"/>
          </p:xfrm>
          <a:graphic>
            <a:graphicData uri="http://schemas.openxmlformats.org/presentationml/2006/ole">
              <p:oleObj spid="_x0000_s61442" r:id="rId5" imgW="9144000" imgH="10363200" progId="Equation.3">
                <p:embed/>
              </p:oleObj>
            </a:graphicData>
          </a:graphic>
        </p:graphicFrame>
      </p:grpSp>
      <p:graphicFrame>
        <p:nvGraphicFramePr>
          <p:cNvPr id="27661" name="Object 13"/>
          <p:cNvGraphicFramePr>
            <a:graphicFrameLocks/>
          </p:cNvGraphicFramePr>
          <p:nvPr/>
        </p:nvGraphicFramePr>
        <p:xfrm>
          <a:off x="2057400" y="5229225"/>
          <a:ext cx="4678363" cy="1035050"/>
        </p:xfrm>
        <a:graphic>
          <a:graphicData uri="http://schemas.openxmlformats.org/presentationml/2006/ole">
            <p:oleObj spid="_x0000_s61443" r:id="rId6" imgW="47244000" imgH="10363200" progId="Equation.3">
              <p:embed/>
            </p:oleObj>
          </a:graphicData>
        </a:graphic>
      </p:graphicFrame>
      <p:graphicFrame>
        <p:nvGraphicFramePr>
          <p:cNvPr id="27664" name="Object 16"/>
          <p:cNvGraphicFramePr>
            <a:graphicFrameLocks/>
          </p:cNvGraphicFramePr>
          <p:nvPr/>
        </p:nvGraphicFramePr>
        <p:xfrm>
          <a:off x="3886200" y="1944847"/>
          <a:ext cx="4778375" cy="950595"/>
        </p:xfrm>
        <a:graphic>
          <a:graphicData uri="http://schemas.openxmlformats.org/presentationml/2006/ole">
            <p:oleObj spid="_x0000_s61444" r:id="rId7" imgW="521208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常见</a:t>
            </a:r>
            <a:r>
              <a:rPr lang="en-US" altLang="zh-CN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771" name="Text Box 3"/>
          <p:cNvSpPr txBox="1"/>
          <p:nvPr/>
        </p:nvSpPr>
        <p:spPr>
          <a:xfrm>
            <a:off x="457200" y="1066800"/>
            <a:ext cx="6324600" cy="6318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一点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2772" name="Object 4"/>
          <p:cNvGraphicFramePr>
            <a:graphicFrameLocks/>
          </p:cNvGraphicFramePr>
          <p:nvPr/>
        </p:nvGraphicFramePr>
        <p:xfrm>
          <a:off x="1295400" y="1752600"/>
          <a:ext cx="3021013" cy="855663"/>
        </p:xfrm>
        <a:graphic>
          <a:graphicData uri="http://schemas.openxmlformats.org/presentationml/2006/ole">
            <p:oleObj spid="_x0000_s62465" r:id="rId4" imgW="30480000" imgH="8534400" progId="Equation.3">
              <p:embed/>
            </p:oleObj>
          </a:graphicData>
        </a:graphic>
      </p:graphicFrame>
      <p:sp>
        <p:nvSpPr>
          <p:cNvPr id="32776" name="Text Box 8"/>
          <p:cNvSpPr txBox="1"/>
          <p:nvPr/>
        </p:nvSpPr>
        <p:spPr>
          <a:xfrm>
            <a:off x="381000" y="2514600"/>
            <a:ext cx="6172200" cy="6318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二点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2780" name="Object 12"/>
          <p:cNvGraphicFramePr>
            <a:graphicFrameLocks/>
          </p:cNvGraphicFramePr>
          <p:nvPr/>
        </p:nvGraphicFramePr>
        <p:xfrm>
          <a:off x="1219200" y="3124200"/>
          <a:ext cx="4678363" cy="1035050"/>
        </p:xfrm>
        <a:graphic>
          <a:graphicData uri="http://schemas.openxmlformats.org/presentationml/2006/ole">
            <p:oleObj spid="_x0000_s62466" r:id="rId5" imgW="47244000" imgH="10363200" progId="Equation.3">
              <p:embed/>
            </p:oleObj>
          </a:graphicData>
        </a:graphic>
      </p:graphicFrame>
      <p:sp>
        <p:nvSpPr>
          <p:cNvPr id="32781" name="Text Box 13"/>
          <p:cNvSpPr txBox="1"/>
          <p:nvPr/>
        </p:nvSpPr>
        <p:spPr>
          <a:xfrm>
            <a:off x="381000" y="4191000"/>
            <a:ext cx="54276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三点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2782" name="Object 14"/>
          <p:cNvGraphicFramePr>
            <a:graphicFrameLocks/>
          </p:cNvGraphicFramePr>
          <p:nvPr/>
        </p:nvGraphicFramePr>
        <p:xfrm>
          <a:off x="1152525" y="4876800"/>
          <a:ext cx="6772275" cy="1068388"/>
        </p:xfrm>
        <a:graphic>
          <a:graphicData uri="http://schemas.openxmlformats.org/presentationml/2006/ole">
            <p:oleObj spid="_x0000_s62467" r:id="rId6" imgW="67056000" imgH="10668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6" grpId="0"/>
      <p:bldP spid="3278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/>
          </p:cNvSpPr>
          <p:nvPr>
            <p:ph type="title"/>
          </p:nvPr>
        </p:nvSpPr>
        <p:spPr>
          <a:xfrm>
            <a:off x="687388" y="101600"/>
            <a:ext cx="7772400" cy="90805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zh-CN" sz="4000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  </a:t>
            </a:r>
            <a:r>
              <a:rPr lang="zh-CN" altLang="zh-CN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1~5 个节点的</a:t>
            </a:r>
            <a:r>
              <a:rPr lang="en-US" altLang="zh-CN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求积系数</a:t>
            </a:r>
            <a:endParaRPr lang="zh-CN" altLang="en-US" sz="3600" b="1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8850" name="Group 3"/>
          <p:cNvGrpSpPr/>
          <p:nvPr/>
        </p:nvGrpSpPr>
        <p:grpSpPr>
          <a:xfrm>
            <a:off x="320675" y="1365250"/>
            <a:ext cx="8621713" cy="4281488"/>
            <a:chOff x="202" y="580"/>
            <a:chExt cx="5431" cy="2697"/>
          </a:xfrm>
        </p:grpSpPr>
        <p:sp>
          <p:nvSpPr>
            <p:cNvPr id="78851" name="Line 4"/>
            <p:cNvSpPr/>
            <p:nvPr/>
          </p:nvSpPr>
          <p:spPr>
            <a:xfrm>
              <a:off x="226" y="608"/>
              <a:ext cx="5390" cy="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52" name="Line 5"/>
            <p:cNvSpPr/>
            <p:nvPr/>
          </p:nvSpPr>
          <p:spPr>
            <a:xfrm flipV="1">
              <a:off x="226" y="876"/>
              <a:ext cx="5382" cy="2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53" name="Text Box 6"/>
            <p:cNvSpPr txBox="1"/>
            <p:nvPr/>
          </p:nvSpPr>
          <p:spPr>
            <a:xfrm>
              <a:off x="462" y="59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n</a:t>
              </a:r>
              <a:endParaRPr lang="en-US" altLang="zh-CN" sz="24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8854" name="Line 7"/>
            <p:cNvSpPr/>
            <p:nvPr/>
          </p:nvSpPr>
          <p:spPr>
            <a:xfrm flipV="1">
              <a:off x="202" y="3267"/>
              <a:ext cx="5409" cy="1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55" name="Line 8"/>
            <p:cNvSpPr/>
            <p:nvPr/>
          </p:nvSpPr>
          <p:spPr>
            <a:xfrm flipH="1">
              <a:off x="1022" y="606"/>
              <a:ext cx="0" cy="2665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56" name="Text Box 9"/>
            <p:cNvSpPr txBox="1"/>
            <p:nvPr/>
          </p:nvSpPr>
          <p:spPr>
            <a:xfrm>
              <a:off x="470" y="1179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1800" dirty="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8857" name="Text Box 10"/>
            <p:cNvSpPr txBox="1"/>
            <p:nvPr/>
          </p:nvSpPr>
          <p:spPr>
            <a:xfrm>
              <a:off x="472" y="156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1800" dirty="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8858" name="Text Box 11"/>
            <p:cNvSpPr txBox="1"/>
            <p:nvPr/>
          </p:nvSpPr>
          <p:spPr>
            <a:xfrm>
              <a:off x="466" y="2678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1800" dirty="0">
                  <a:latin typeface="Comic Sans MS" panose="030F0702030302020204" pitchFamily="66" charset="0"/>
                </a:rPr>
                <a:t>4</a:t>
              </a:r>
            </a:p>
          </p:txBody>
        </p:sp>
        <p:sp>
          <p:nvSpPr>
            <p:cNvPr id="78859" name="Text Box 12"/>
            <p:cNvSpPr txBox="1"/>
            <p:nvPr/>
          </p:nvSpPr>
          <p:spPr>
            <a:xfrm>
              <a:off x="459" y="2129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1800" dirty="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78860" name="Text Box 13"/>
            <p:cNvSpPr txBox="1"/>
            <p:nvPr/>
          </p:nvSpPr>
          <p:spPr>
            <a:xfrm>
              <a:off x="473" y="903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/>
              <a:r>
                <a:rPr lang="en-US" altLang="zh-CN" sz="1800" dirty="0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8861" name="Line 14"/>
            <p:cNvSpPr/>
            <p:nvPr/>
          </p:nvSpPr>
          <p:spPr>
            <a:xfrm>
              <a:off x="3249" y="612"/>
              <a:ext cx="0" cy="2665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2" name="Text Box 15"/>
            <p:cNvSpPr txBox="1"/>
            <p:nvPr/>
          </p:nvSpPr>
          <p:spPr>
            <a:xfrm>
              <a:off x="1947" y="580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k</a:t>
              </a:r>
              <a:endParaRPr lang="en-US" altLang="zh-CN" sz="24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8863" name="Text Box 16"/>
            <p:cNvSpPr txBox="1"/>
            <p:nvPr/>
          </p:nvSpPr>
          <p:spPr>
            <a:xfrm>
              <a:off x="4365" y="588"/>
              <a:ext cx="29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k</a:t>
              </a:r>
              <a:endParaRPr lang="en-US" altLang="zh-CN" sz="24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8864" name="Line 17"/>
            <p:cNvSpPr/>
            <p:nvPr/>
          </p:nvSpPr>
          <p:spPr>
            <a:xfrm>
              <a:off x="233" y="1140"/>
              <a:ext cx="5400" cy="0"/>
            </a:xfrm>
            <a:prstGeom prst="line">
              <a:avLst/>
            </a:prstGeom>
            <a:ln w="158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5" name="Line 18"/>
            <p:cNvSpPr/>
            <p:nvPr/>
          </p:nvSpPr>
          <p:spPr>
            <a:xfrm>
              <a:off x="231" y="1412"/>
              <a:ext cx="5400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6" name="Line 19"/>
            <p:cNvSpPr/>
            <p:nvPr/>
          </p:nvSpPr>
          <p:spPr>
            <a:xfrm>
              <a:off x="226" y="1952"/>
              <a:ext cx="5400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78867" name="Object 20"/>
            <p:cNvGraphicFramePr>
              <a:graphicFrameLocks/>
            </p:cNvGraphicFramePr>
            <p:nvPr/>
          </p:nvGraphicFramePr>
          <p:xfrm>
            <a:off x="1723" y="1188"/>
            <a:ext cx="839" cy="202"/>
          </p:xfrm>
          <a:graphic>
            <a:graphicData uri="http://schemas.openxmlformats.org/presentationml/2006/ole">
              <p:oleObj spid="_x0000_s63489" r:id="rId4" imgW="20116800" imgH="4876800" progId="">
                <p:embed/>
              </p:oleObj>
            </a:graphicData>
          </a:graphic>
        </p:graphicFrame>
        <p:graphicFrame>
          <p:nvGraphicFramePr>
            <p:cNvPr id="78868" name="Object 21"/>
            <p:cNvGraphicFramePr>
              <a:graphicFrameLocks/>
            </p:cNvGraphicFramePr>
            <p:nvPr/>
          </p:nvGraphicFramePr>
          <p:xfrm>
            <a:off x="1759" y="932"/>
            <a:ext cx="750" cy="202"/>
          </p:xfrm>
          <a:graphic>
            <a:graphicData uri="http://schemas.openxmlformats.org/presentationml/2006/ole">
              <p:oleObj spid="_x0000_s63490" r:id="rId5" imgW="17983200" imgH="4876800" progId="">
                <p:embed/>
              </p:oleObj>
            </a:graphicData>
          </a:graphic>
        </p:graphicFrame>
        <p:graphicFrame>
          <p:nvGraphicFramePr>
            <p:cNvPr id="78869" name="Object 22"/>
            <p:cNvGraphicFramePr>
              <a:graphicFrameLocks/>
            </p:cNvGraphicFramePr>
            <p:nvPr/>
          </p:nvGraphicFramePr>
          <p:xfrm>
            <a:off x="1717" y="1456"/>
            <a:ext cx="839" cy="202"/>
          </p:xfrm>
          <a:graphic>
            <a:graphicData uri="http://schemas.openxmlformats.org/presentationml/2006/ole">
              <p:oleObj spid="_x0000_s63491" r:id="rId6" imgW="20116800" imgH="4876800" progId="">
                <p:embed/>
              </p:oleObj>
            </a:graphicData>
          </a:graphic>
        </p:graphicFrame>
        <p:graphicFrame>
          <p:nvGraphicFramePr>
            <p:cNvPr id="78870" name="Object 23"/>
            <p:cNvGraphicFramePr>
              <a:graphicFrameLocks/>
            </p:cNvGraphicFramePr>
            <p:nvPr/>
          </p:nvGraphicFramePr>
          <p:xfrm>
            <a:off x="4125" y="919"/>
            <a:ext cx="762" cy="202"/>
          </p:xfrm>
          <a:graphic>
            <a:graphicData uri="http://schemas.openxmlformats.org/presentationml/2006/ole">
              <p:oleObj spid="_x0000_s63492" r:id="rId7" imgW="18288000" imgH="4876800" progId="">
                <p:embed/>
              </p:oleObj>
            </a:graphicData>
          </a:graphic>
        </p:graphicFrame>
        <p:graphicFrame>
          <p:nvGraphicFramePr>
            <p:cNvPr id="78871" name="Object 24"/>
            <p:cNvGraphicFramePr>
              <a:graphicFrameLocks/>
            </p:cNvGraphicFramePr>
            <p:nvPr/>
          </p:nvGraphicFramePr>
          <p:xfrm>
            <a:off x="1747" y="1712"/>
            <a:ext cx="750" cy="202"/>
          </p:xfrm>
          <a:graphic>
            <a:graphicData uri="http://schemas.openxmlformats.org/presentationml/2006/ole">
              <p:oleObj spid="_x0000_s63493" r:id="rId8" imgW="17983200" imgH="4876800" progId="">
                <p:embed/>
              </p:oleObj>
            </a:graphicData>
          </a:graphic>
        </p:graphicFrame>
        <p:graphicFrame>
          <p:nvGraphicFramePr>
            <p:cNvPr id="78872" name="Object 25"/>
            <p:cNvGraphicFramePr>
              <a:graphicFrameLocks/>
            </p:cNvGraphicFramePr>
            <p:nvPr/>
          </p:nvGraphicFramePr>
          <p:xfrm>
            <a:off x="4137" y="1199"/>
            <a:ext cx="738" cy="202"/>
          </p:xfrm>
          <a:graphic>
            <a:graphicData uri="http://schemas.openxmlformats.org/presentationml/2006/ole">
              <p:oleObj spid="_x0000_s63494" r:id="rId9" imgW="17678400" imgH="4876800" progId="">
                <p:embed/>
              </p:oleObj>
            </a:graphicData>
          </a:graphic>
        </p:graphicFrame>
        <p:sp>
          <p:nvSpPr>
            <p:cNvPr id="78873" name="Line 26"/>
            <p:cNvSpPr/>
            <p:nvPr/>
          </p:nvSpPr>
          <p:spPr>
            <a:xfrm>
              <a:off x="226" y="2528"/>
              <a:ext cx="5400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78874" name="Object 27"/>
            <p:cNvGraphicFramePr>
              <a:graphicFrameLocks/>
            </p:cNvGraphicFramePr>
            <p:nvPr/>
          </p:nvGraphicFramePr>
          <p:xfrm>
            <a:off x="1725" y="1997"/>
            <a:ext cx="812" cy="202"/>
          </p:xfrm>
          <a:graphic>
            <a:graphicData uri="http://schemas.openxmlformats.org/presentationml/2006/ole">
              <p:oleObj spid="_x0000_s63495" r:id="rId10" imgW="19507200" imgH="4876800" progId="">
                <p:embed/>
              </p:oleObj>
            </a:graphicData>
          </a:graphic>
        </p:graphicFrame>
        <p:graphicFrame>
          <p:nvGraphicFramePr>
            <p:cNvPr id="78875" name="Object 28"/>
            <p:cNvGraphicFramePr>
              <a:graphicFrameLocks/>
            </p:cNvGraphicFramePr>
            <p:nvPr/>
          </p:nvGraphicFramePr>
          <p:xfrm>
            <a:off x="1726" y="2277"/>
            <a:ext cx="826" cy="202"/>
          </p:xfrm>
          <a:graphic>
            <a:graphicData uri="http://schemas.openxmlformats.org/presentationml/2006/ole">
              <p:oleObj spid="_x0000_s63496" r:id="rId11" imgW="19812000" imgH="4876800" progId="">
                <p:embed/>
              </p:oleObj>
            </a:graphicData>
          </a:graphic>
        </p:graphicFrame>
        <p:graphicFrame>
          <p:nvGraphicFramePr>
            <p:cNvPr id="78876" name="Object 29"/>
            <p:cNvGraphicFramePr>
              <a:graphicFrameLocks/>
            </p:cNvGraphicFramePr>
            <p:nvPr/>
          </p:nvGraphicFramePr>
          <p:xfrm>
            <a:off x="1735" y="2553"/>
            <a:ext cx="812" cy="202"/>
          </p:xfrm>
          <a:graphic>
            <a:graphicData uri="http://schemas.openxmlformats.org/presentationml/2006/ole">
              <p:oleObj spid="_x0000_s63497" r:id="rId12" imgW="19507200" imgH="4876800" progId="">
                <p:embed/>
              </p:oleObj>
            </a:graphicData>
          </a:graphic>
        </p:graphicFrame>
        <p:graphicFrame>
          <p:nvGraphicFramePr>
            <p:cNvPr id="78877" name="Object 30"/>
            <p:cNvGraphicFramePr>
              <a:graphicFrameLocks/>
            </p:cNvGraphicFramePr>
            <p:nvPr/>
          </p:nvGraphicFramePr>
          <p:xfrm>
            <a:off x="1732" y="2796"/>
            <a:ext cx="839" cy="202"/>
          </p:xfrm>
          <a:graphic>
            <a:graphicData uri="http://schemas.openxmlformats.org/presentationml/2006/ole">
              <p:oleObj spid="_x0000_s63498" r:id="rId13" imgW="20116800" imgH="4876800" progId="">
                <p:embed/>
              </p:oleObj>
            </a:graphicData>
          </a:graphic>
        </p:graphicFrame>
        <p:graphicFrame>
          <p:nvGraphicFramePr>
            <p:cNvPr id="78878" name="Object 31"/>
            <p:cNvGraphicFramePr>
              <a:graphicFrameLocks/>
            </p:cNvGraphicFramePr>
            <p:nvPr/>
          </p:nvGraphicFramePr>
          <p:xfrm>
            <a:off x="1769" y="3022"/>
            <a:ext cx="750" cy="202"/>
          </p:xfrm>
          <a:graphic>
            <a:graphicData uri="http://schemas.openxmlformats.org/presentationml/2006/ole">
              <p:oleObj spid="_x0000_s63499" r:id="rId14" imgW="17983200" imgH="4876800" progId="">
                <p:embed/>
              </p:oleObj>
            </a:graphicData>
          </a:graphic>
        </p:graphicFrame>
        <p:graphicFrame>
          <p:nvGraphicFramePr>
            <p:cNvPr id="78879" name="Object 32"/>
            <p:cNvGraphicFramePr>
              <a:graphicFrameLocks/>
            </p:cNvGraphicFramePr>
            <p:nvPr/>
          </p:nvGraphicFramePr>
          <p:xfrm>
            <a:off x="4147" y="1450"/>
            <a:ext cx="750" cy="202"/>
          </p:xfrm>
          <a:graphic>
            <a:graphicData uri="http://schemas.openxmlformats.org/presentationml/2006/ole">
              <p:oleObj spid="_x0000_s63500" r:id="rId15" imgW="17983200" imgH="4876800" progId="">
                <p:embed/>
              </p:oleObj>
            </a:graphicData>
          </a:graphic>
        </p:graphicFrame>
        <p:graphicFrame>
          <p:nvGraphicFramePr>
            <p:cNvPr id="78880" name="Object 33"/>
            <p:cNvGraphicFramePr>
              <a:graphicFrameLocks/>
            </p:cNvGraphicFramePr>
            <p:nvPr/>
          </p:nvGraphicFramePr>
          <p:xfrm>
            <a:off x="4137" y="1714"/>
            <a:ext cx="737" cy="202"/>
          </p:xfrm>
          <a:graphic>
            <a:graphicData uri="http://schemas.openxmlformats.org/presentationml/2006/ole">
              <p:oleObj spid="_x0000_s63501" r:id="rId16" imgW="17678400" imgH="4876800" progId="">
                <p:embed/>
              </p:oleObj>
            </a:graphicData>
          </a:graphic>
        </p:graphicFrame>
        <p:graphicFrame>
          <p:nvGraphicFramePr>
            <p:cNvPr id="78881" name="Object 34"/>
            <p:cNvGraphicFramePr>
              <a:graphicFrameLocks/>
            </p:cNvGraphicFramePr>
            <p:nvPr/>
          </p:nvGraphicFramePr>
          <p:xfrm>
            <a:off x="4140" y="2011"/>
            <a:ext cx="750" cy="202"/>
          </p:xfrm>
          <a:graphic>
            <a:graphicData uri="http://schemas.openxmlformats.org/presentationml/2006/ole">
              <p:oleObj spid="_x0000_s63502" r:id="rId17" imgW="17983200" imgH="4876800" progId="">
                <p:embed/>
              </p:oleObj>
            </a:graphicData>
          </a:graphic>
        </p:graphicFrame>
        <p:graphicFrame>
          <p:nvGraphicFramePr>
            <p:cNvPr id="78882" name="Object 35"/>
            <p:cNvGraphicFramePr>
              <a:graphicFrameLocks/>
            </p:cNvGraphicFramePr>
            <p:nvPr/>
          </p:nvGraphicFramePr>
          <p:xfrm>
            <a:off x="4144" y="2299"/>
            <a:ext cx="737" cy="202"/>
          </p:xfrm>
          <a:graphic>
            <a:graphicData uri="http://schemas.openxmlformats.org/presentationml/2006/ole">
              <p:oleObj spid="_x0000_s63503" r:id="rId18" imgW="17678400" imgH="4876800" progId="">
                <p:embed/>
              </p:oleObj>
            </a:graphicData>
          </a:graphic>
        </p:graphicFrame>
        <p:graphicFrame>
          <p:nvGraphicFramePr>
            <p:cNvPr id="78883" name="Object 36"/>
            <p:cNvGraphicFramePr>
              <a:graphicFrameLocks/>
            </p:cNvGraphicFramePr>
            <p:nvPr/>
          </p:nvGraphicFramePr>
          <p:xfrm>
            <a:off x="4131" y="2556"/>
            <a:ext cx="750" cy="202"/>
          </p:xfrm>
          <a:graphic>
            <a:graphicData uri="http://schemas.openxmlformats.org/presentationml/2006/ole">
              <p:oleObj spid="_x0000_s63504" r:id="rId19" imgW="17983200" imgH="4876800" progId="">
                <p:embed/>
              </p:oleObj>
            </a:graphicData>
          </a:graphic>
        </p:graphicFrame>
        <p:graphicFrame>
          <p:nvGraphicFramePr>
            <p:cNvPr id="78884" name="Object 37"/>
            <p:cNvGraphicFramePr>
              <a:graphicFrameLocks/>
            </p:cNvGraphicFramePr>
            <p:nvPr/>
          </p:nvGraphicFramePr>
          <p:xfrm>
            <a:off x="4137" y="3047"/>
            <a:ext cx="737" cy="202"/>
          </p:xfrm>
          <a:graphic>
            <a:graphicData uri="http://schemas.openxmlformats.org/presentationml/2006/ole">
              <p:oleObj spid="_x0000_s63505" r:id="rId20" imgW="17678400" imgH="4876800" progId="">
                <p:embed/>
              </p:oleObj>
            </a:graphicData>
          </a:graphic>
        </p:graphicFrame>
        <p:graphicFrame>
          <p:nvGraphicFramePr>
            <p:cNvPr id="78885" name="Object 38"/>
            <p:cNvGraphicFramePr>
              <a:graphicFrameLocks/>
            </p:cNvGraphicFramePr>
            <p:nvPr/>
          </p:nvGraphicFramePr>
          <p:xfrm>
            <a:off x="4131" y="2806"/>
            <a:ext cx="750" cy="202"/>
          </p:xfrm>
          <a:graphic>
            <a:graphicData uri="http://schemas.openxmlformats.org/presentationml/2006/ole">
              <p:oleObj spid="_x0000_s63506" r:id="rId21" imgW="17983200" imgH="4876800" progId="">
                <p:embed/>
              </p:oleObj>
            </a:graphicData>
          </a:graphic>
        </p:graphicFrame>
      </p:grpSp>
      <p:sp>
        <p:nvSpPr>
          <p:cNvPr id="78886" name="矩形 38"/>
          <p:cNvSpPr/>
          <p:nvPr/>
        </p:nvSpPr>
        <p:spPr>
          <a:xfrm>
            <a:off x="-2830512" y="-368300"/>
            <a:ext cx="5207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2400" i="1" dirty="0">
                <a:solidFill>
                  <a:srgbClr val="3333CC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2400" baseline="-25000" dirty="0">
                <a:solidFill>
                  <a:srgbClr val="3333CC"/>
                </a:solidFill>
                <a:latin typeface="Comic Sans MS" panose="030F0702030302020204" pitchFamily="66" charset="0"/>
              </a:rPr>
              <a:t>k</a:t>
            </a:r>
            <a:endParaRPr lang="en-US" altLang="zh-CN" sz="2400" i="1" baseline="-25000" dirty="0">
              <a:solidFill>
                <a:srgbClr val="3333CC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534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zh-CN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1~5 个节点的</a:t>
            </a:r>
            <a:r>
              <a:rPr lang="en-US" altLang="zh-CN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求积系数（真值）</a:t>
            </a:r>
            <a:endParaRPr lang="zh-CN" altLang="en-US" sz="4800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4519" name="表格 64518"/>
          <p:cNvGraphicFramePr/>
          <p:nvPr/>
        </p:nvGraphicFramePr>
        <p:xfrm>
          <a:off x="1066800" y="1981200"/>
          <a:ext cx="7086600" cy="3962400"/>
        </p:xfrm>
        <a:graphic>
          <a:graphicData uri="http://schemas.openxmlformats.org/drawingml/2006/table">
            <a:tbl>
              <a:tblPr/>
              <a:tblGrid>
                <a:gridCol w="796925"/>
                <a:gridCol w="3089275"/>
                <a:gridCol w="3200400"/>
              </a:tblGrid>
              <a:tr h="61436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k</a:t>
                      </a:r>
                      <a:endPara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k</a:t>
                      </a:r>
                      <a:endPara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277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 rowSpan="2"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71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vert="eaVert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9899" name="Object 43"/>
          <p:cNvGraphicFramePr>
            <a:graphicFrameLocks/>
          </p:cNvGraphicFramePr>
          <p:nvPr/>
        </p:nvGraphicFramePr>
        <p:xfrm>
          <a:off x="2971800" y="3322638"/>
          <a:ext cx="949325" cy="484187"/>
        </p:xfrm>
        <a:graphic>
          <a:graphicData uri="http://schemas.openxmlformats.org/presentationml/2006/ole">
            <p:oleObj spid="_x0000_s64513" r:id="rId4" imgW="11582400" imgH="5791200" progId="Equation.3">
              <p:embed/>
            </p:oleObj>
          </a:graphicData>
        </a:graphic>
      </p:graphicFrame>
      <p:graphicFrame>
        <p:nvGraphicFramePr>
          <p:cNvPr id="79900" name="Object 52"/>
          <p:cNvGraphicFramePr>
            <a:graphicFrameLocks/>
          </p:cNvGraphicFramePr>
          <p:nvPr/>
        </p:nvGraphicFramePr>
        <p:xfrm>
          <a:off x="2819400" y="4038600"/>
          <a:ext cx="942975" cy="682625"/>
        </p:xfrm>
        <a:graphic>
          <a:graphicData uri="http://schemas.openxmlformats.org/presentationml/2006/ole">
            <p:oleObj spid="_x0000_s64514" r:id="rId5" imgW="11277600" imgH="8229600" progId="Equation.3">
              <p:embed/>
            </p:oleObj>
          </a:graphicData>
        </a:graphic>
      </p:graphicFrame>
      <p:graphicFrame>
        <p:nvGraphicFramePr>
          <p:cNvPr id="79901" name="Object 98"/>
          <p:cNvGraphicFramePr>
            <a:graphicFrameLocks/>
          </p:cNvGraphicFramePr>
          <p:nvPr/>
        </p:nvGraphicFramePr>
        <p:xfrm>
          <a:off x="6324600" y="4038600"/>
          <a:ext cx="457200" cy="609600"/>
        </p:xfrm>
        <a:graphic>
          <a:graphicData uri="http://schemas.openxmlformats.org/presentationml/2006/ole">
            <p:oleObj spid="_x0000_s64515" r:id="rId6" imgW="5486400" imgH="7315200" progId="Equation.3">
              <p:embed/>
            </p:oleObj>
          </a:graphicData>
        </a:graphic>
      </p:graphicFrame>
      <p:graphicFrame>
        <p:nvGraphicFramePr>
          <p:cNvPr id="79902" name="Object 103"/>
          <p:cNvGraphicFramePr>
            <a:graphicFrameLocks/>
          </p:cNvGraphicFramePr>
          <p:nvPr/>
        </p:nvGraphicFramePr>
        <p:xfrm>
          <a:off x="6324600" y="5102225"/>
          <a:ext cx="457200" cy="609600"/>
        </p:xfrm>
        <a:graphic>
          <a:graphicData uri="http://schemas.openxmlformats.org/presentationml/2006/ole">
            <p:oleObj spid="_x0000_s64516" r:id="rId7" imgW="5486400" imgH="7315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6858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续</a:t>
            </a:r>
            <a:r>
              <a:rPr lang="en-US" altLang="zh-CN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求积系数（真值）</a:t>
            </a:r>
            <a:endParaRPr lang="zh-CN" altLang="en-US" b="1" u="none" dirty="0">
              <a:solidFill>
                <a:srgbClr val="0033C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5548" name="表格 65547"/>
          <p:cNvGraphicFramePr/>
          <p:nvPr/>
        </p:nvGraphicFramePr>
        <p:xfrm>
          <a:off x="990600" y="838200"/>
          <a:ext cx="7086600" cy="5679123"/>
        </p:xfrm>
        <a:graphic>
          <a:graphicData uri="http://schemas.openxmlformats.org/drawingml/2006/table">
            <a:tbl>
              <a:tblPr/>
              <a:tblGrid>
                <a:gridCol w="796925"/>
                <a:gridCol w="3089275"/>
                <a:gridCol w="3200400"/>
              </a:tblGrid>
              <a:tr h="51752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k</a:t>
                      </a:r>
                      <a:endPara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k</a:t>
                      </a:r>
                      <a:endPara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 rowSpan="2"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l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l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 rowSpan="3"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98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vert="eaVert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3200" b="0" i="0" u="none" kern="1200" baseline="0"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925" name="Object 43"/>
          <p:cNvGraphicFramePr>
            <a:graphicFrameLocks/>
          </p:cNvGraphicFramePr>
          <p:nvPr/>
        </p:nvGraphicFramePr>
        <p:xfrm>
          <a:off x="2133600" y="1447800"/>
          <a:ext cx="2286000" cy="889000"/>
        </p:xfrm>
        <a:graphic>
          <a:graphicData uri="http://schemas.openxmlformats.org/presentationml/2006/ole">
            <p:oleObj spid="_x0000_s65537" r:id="rId4" imgW="27432000" imgH="10668000" progId="Equation.3">
              <p:embed/>
            </p:oleObj>
          </a:graphicData>
        </a:graphic>
      </p:graphicFrame>
      <p:graphicFrame>
        <p:nvGraphicFramePr>
          <p:cNvPr id="80926" name="Object 44"/>
          <p:cNvGraphicFramePr>
            <a:graphicFrameLocks/>
          </p:cNvGraphicFramePr>
          <p:nvPr/>
        </p:nvGraphicFramePr>
        <p:xfrm>
          <a:off x="5715000" y="1447800"/>
          <a:ext cx="1522413" cy="889000"/>
        </p:xfrm>
        <a:graphic>
          <a:graphicData uri="http://schemas.openxmlformats.org/presentationml/2006/ole">
            <p:oleObj spid="_x0000_s65538" r:id="rId5" imgW="18288000" imgH="10668000" progId="Equation.3">
              <p:embed/>
            </p:oleObj>
          </a:graphicData>
        </a:graphic>
      </p:graphicFrame>
      <p:graphicFrame>
        <p:nvGraphicFramePr>
          <p:cNvPr id="80927" name="Object 45"/>
          <p:cNvGraphicFramePr>
            <a:graphicFrameLocks/>
          </p:cNvGraphicFramePr>
          <p:nvPr/>
        </p:nvGraphicFramePr>
        <p:xfrm>
          <a:off x="2286000" y="2438400"/>
          <a:ext cx="2286000" cy="889000"/>
        </p:xfrm>
        <a:graphic>
          <a:graphicData uri="http://schemas.openxmlformats.org/presentationml/2006/ole">
            <p:oleObj spid="_x0000_s65539" r:id="rId6" imgW="27432000" imgH="10668000" progId="Equation.3">
              <p:embed/>
            </p:oleObj>
          </a:graphicData>
        </a:graphic>
      </p:graphicFrame>
      <p:graphicFrame>
        <p:nvGraphicFramePr>
          <p:cNvPr id="80928" name="Object 46"/>
          <p:cNvGraphicFramePr>
            <a:graphicFrameLocks/>
          </p:cNvGraphicFramePr>
          <p:nvPr/>
        </p:nvGraphicFramePr>
        <p:xfrm>
          <a:off x="5715000" y="2438400"/>
          <a:ext cx="1522413" cy="889000"/>
        </p:xfrm>
        <a:graphic>
          <a:graphicData uri="http://schemas.openxmlformats.org/presentationml/2006/ole">
            <p:oleObj spid="_x0000_s65540" r:id="rId7" imgW="18288000" imgH="10668000" progId="Equation.3">
              <p:embed/>
            </p:oleObj>
          </a:graphicData>
        </a:graphic>
      </p:graphicFrame>
      <p:graphicFrame>
        <p:nvGraphicFramePr>
          <p:cNvPr id="80929" name="Object 55"/>
          <p:cNvGraphicFramePr>
            <a:graphicFrameLocks/>
          </p:cNvGraphicFramePr>
          <p:nvPr/>
        </p:nvGraphicFramePr>
        <p:xfrm>
          <a:off x="2209800" y="5562600"/>
          <a:ext cx="2387600" cy="889000"/>
        </p:xfrm>
        <a:graphic>
          <a:graphicData uri="http://schemas.openxmlformats.org/presentationml/2006/ole">
            <p:oleObj spid="_x0000_s65541" r:id="rId8" imgW="28651200" imgH="10668000" progId="Equation.3">
              <p:embed/>
            </p:oleObj>
          </a:graphicData>
        </a:graphic>
      </p:graphicFrame>
      <p:graphicFrame>
        <p:nvGraphicFramePr>
          <p:cNvPr id="80930" name="Object 56"/>
          <p:cNvGraphicFramePr>
            <a:graphicFrameLocks/>
          </p:cNvGraphicFramePr>
          <p:nvPr/>
        </p:nvGraphicFramePr>
        <p:xfrm>
          <a:off x="5334000" y="3505200"/>
          <a:ext cx="2462213" cy="939800"/>
        </p:xfrm>
        <a:graphic>
          <a:graphicData uri="http://schemas.openxmlformats.org/presentationml/2006/ole">
            <p:oleObj spid="_x0000_s65542" r:id="rId9" imgW="29565600" imgH="11277600" progId="Equation.3">
              <p:embed/>
            </p:oleObj>
          </a:graphicData>
        </a:graphic>
      </p:graphicFrame>
      <p:graphicFrame>
        <p:nvGraphicFramePr>
          <p:cNvPr id="80931" name="Object 57"/>
          <p:cNvGraphicFramePr>
            <a:graphicFrameLocks/>
          </p:cNvGraphicFramePr>
          <p:nvPr/>
        </p:nvGraphicFramePr>
        <p:xfrm>
          <a:off x="5994400" y="4724400"/>
          <a:ext cx="1016000" cy="609600"/>
        </p:xfrm>
        <a:graphic>
          <a:graphicData uri="http://schemas.openxmlformats.org/presentationml/2006/ole">
            <p:oleObj spid="_x0000_s65543" r:id="rId10" imgW="12192000" imgH="7315200" progId="Equation.3">
              <p:embed/>
            </p:oleObj>
          </a:graphicData>
        </a:graphic>
      </p:graphicFrame>
      <p:graphicFrame>
        <p:nvGraphicFramePr>
          <p:cNvPr id="80932" name="Object 58"/>
          <p:cNvGraphicFramePr>
            <a:graphicFrameLocks/>
          </p:cNvGraphicFramePr>
          <p:nvPr/>
        </p:nvGraphicFramePr>
        <p:xfrm>
          <a:off x="2209800" y="3505200"/>
          <a:ext cx="2411413" cy="889000"/>
        </p:xfrm>
        <a:graphic>
          <a:graphicData uri="http://schemas.openxmlformats.org/presentationml/2006/ole">
            <p:oleObj spid="_x0000_s65544" r:id="rId11" imgW="28956000" imgH="10668000" progId="Equation.3">
              <p:embed/>
            </p:oleObj>
          </a:graphicData>
        </a:graphic>
      </p:graphicFrame>
      <p:graphicFrame>
        <p:nvGraphicFramePr>
          <p:cNvPr id="80933" name="Object 59"/>
          <p:cNvGraphicFramePr>
            <a:graphicFrameLocks/>
          </p:cNvGraphicFramePr>
          <p:nvPr/>
        </p:nvGraphicFramePr>
        <p:xfrm>
          <a:off x="5334000" y="5562600"/>
          <a:ext cx="2286000" cy="939800"/>
        </p:xfrm>
        <a:graphic>
          <a:graphicData uri="http://schemas.openxmlformats.org/presentationml/2006/ole">
            <p:oleObj spid="_x0000_s65545" r:id="rId12" imgW="27432000" imgH="11277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对于一般的区间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a, b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，可作坐标变换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3795" name="Object 3"/>
          <p:cNvGraphicFramePr>
            <a:graphicFrameLocks/>
          </p:cNvGraphicFramePr>
          <p:nvPr/>
        </p:nvGraphicFramePr>
        <p:xfrm>
          <a:off x="2590800" y="1152525"/>
          <a:ext cx="3033713" cy="1022350"/>
        </p:xfrm>
        <a:graphic>
          <a:graphicData uri="http://schemas.openxmlformats.org/presentationml/2006/ole">
            <p:oleObj spid="_x0000_s66561" r:id="rId4" imgW="28956000" imgH="9753600" progId="Equation.3">
              <p:embed/>
            </p:oleObj>
          </a:graphicData>
        </a:graphic>
      </p:graphicFrame>
      <p:sp>
        <p:nvSpPr>
          <p:cNvPr id="33797" name="Text Box 5"/>
          <p:cNvSpPr txBox="1"/>
          <p:nvPr/>
        </p:nvSpPr>
        <p:spPr>
          <a:xfrm>
            <a:off x="273050" y="1981200"/>
            <a:ext cx="112871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得到 </a:t>
            </a:r>
          </a:p>
        </p:txBody>
      </p:sp>
      <p:graphicFrame>
        <p:nvGraphicFramePr>
          <p:cNvPr id="33800" name="Object 8"/>
          <p:cNvGraphicFramePr>
            <a:graphicFrameLocks/>
          </p:cNvGraphicFramePr>
          <p:nvPr/>
        </p:nvGraphicFramePr>
        <p:xfrm>
          <a:off x="1447800" y="2455863"/>
          <a:ext cx="6186488" cy="979487"/>
        </p:xfrm>
        <a:graphic>
          <a:graphicData uri="http://schemas.openxmlformats.org/presentationml/2006/ole">
            <p:oleObj spid="_x0000_s66562" r:id="rId5" imgW="59740800" imgH="9448800" progId="Equation.3">
              <p:embed/>
            </p:oleObj>
          </a:graphicData>
        </a:graphic>
      </p:graphicFrame>
      <p:sp>
        <p:nvSpPr>
          <p:cNvPr id="33802" name="Text Box 10"/>
          <p:cNvSpPr txBox="1"/>
          <p:nvPr/>
        </p:nvSpPr>
        <p:spPr>
          <a:xfrm>
            <a:off x="304800" y="4716463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对上式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右端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的积分可采用标准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求积公式进行计算。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3803" name="Object 11"/>
          <p:cNvGraphicFramePr>
            <a:graphicFrameLocks/>
          </p:cNvGraphicFramePr>
          <p:nvPr/>
        </p:nvGraphicFramePr>
        <p:xfrm>
          <a:off x="2895600" y="3573463"/>
          <a:ext cx="2746375" cy="979487"/>
        </p:xfrm>
        <a:graphic>
          <a:graphicData uri="http://schemas.openxmlformats.org/presentationml/2006/ole">
            <p:oleObj spid="_x0000_s66563" r:id="rId6" imgW="26517600" imgH="9448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/>
      <p:bldP spid="3380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/>
          </p:cNvSpPr>
          <p:nvPr>
            <p:ph type="title"/>
          </p:nvPr>
        </p:nvSpPr>
        <p:spPr>
          <a:xfrm>
            <a:off x="304800" y="457200"/>
            <a:ext cx="8458200" cy="10668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例 </a:t>
            </a:r>
            <a:r>
              <a:rPr lang="en-US" altLang="zh-CN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8.5.3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利用三点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Gauss-Legendre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求积公式计算积分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04800" y="1000125"/>
            <a:ext cx="5035550" cy="1443038"/>
            <a:chOff x="192" y="624"/>
            <a:chExt cx="3172" cy="909"/>
          </a:xfrm>
        </p:grpSpPr>
        <p:sp>
          <p:nvSpPr>
            <p:cNvPr id="82947" name="Text Box 3"/>
            <p:cNvSpPr txBox="1"/>
            <p:nvPr/>
          </p:nvSpPr>
          <p:spPr>
            <a:xfrm>
              <a:off x="192" y="1165"/>
              <a:ext cx="241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结果保留七位小数。</a:t>
              </a:r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graphicFrame>
          <p:nvGraphicFramePr>
            <p:cNvPr id="82948" name="Object 4"/>
            <p:cNvGraphicFramePr>
              <a:graphicFrameLocks/>
            </p:cNvGraphicFramePr>
            <p:nvPr/>
          </p:nvGraphicFramePr>
          <p:xfrm>
            <a:off x="2112" y="624"/>
            <a:ext cx="991" cy="593"/>
          </p:xfrm>
          <a:graphic>
            <a:graphicData uri="http://schemas.openxmlformats.org/presentationml/2006/ole">
              <p:oleObj spid="_x0000_s67585" r:id="rId4" imgW="15849600" imgH="9448800" progId="Equation.3">
                <p:embed/>
              </p:oleObj>
            </a:graphicData>
          </a:graphic>
        </p:graphicFrame>
        <p:sp>
          <p:nvSpPr>
            <p:cNvPr id="82949" name="Text Box 6"/>
            <p:cNvSpPr txBox="1"/>
            <p:nvPr/>
          </p:nvSpPr>
          <p:spPr>
            <a:xfrm>
              <a:off x="3024" y="768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，</a:t>
              </a:r>
            </a:p>
          </p:txBody>
        </p:sp>
      </p:grpSp>
      <p:grpSp>
        <p:nvGrpSpPr>
          <p:cNvPr id="3" name="Group 15"/>
          <p:cNvGrpSpPr/>
          <p:nvPr/>
        </p:nvGrpSpPr>
        <p:grpSpPr>
          <a:xfrm>
            <a:off x="304800" y="2408238"/>
            <a:ext cx="4171950" cy="944562"/>
            <a:chOff x="326" y="1488"/>
            <a:chExt cx="2628" cy="595"/>
          </a:xfrm>
        </p:grpSpPr>
        <p:sp>
          <p:nvSpPr>
            <p:cNvPr id="82951" name="Text Box 8"/>
            <p:cNvSpPr txBox="1"/>
            <p:nvPr/>
          </p:nvSpPr>
          <p:spPr>
            <a:xfrm>
              <a:off x="326" y="1596"/>
              <a:ext cx="262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解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: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令                   ，则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2952" name="Object 9"/>
            <p:cNvGraphicFramePr>
              <a:graphicFrameLocks/>
            </p:cNvGraphicFramePr>
            <p:nvPr/>
          </p:nvGraphicFramePr>
          <p:xfrm>
            <a:off x="1104" y="1488"/>
            <a:ext cx="1170" cy="595"/>
          </p:xfrm>
          <a:graphic>
            <a:graphicData uri="http://schemas.openxmlformats.org/presentationml/2006/ole">
              <p:oleObj spid="_x0000_s67586" r:id="rId5" imgW="18592800" imgH="9448800" progId="Equation.3">
                <p:embed/>
              </p:oleObj>
            </a:graphicData>
          </a:graphic>
        </p:graphicFrame>
      </p:grpSp>
      <p:graphicFrame>
        <p:nvGraphicFramePr>
          <p:cNvPr id="34829" name="Object 13"/>
          <p:cNvGraphicFramePr>
            <a:graphicFrameLocks/>
          </p:cNvGraphicFramePr>
          <p:nvPr/>
        </p:nvGraphicFramePr>
        <p:xfrm>
          <a:off x="581025" y="3352800"/>
          <a:ext cx="4702175" cy="984250"/>
        </p:xfrm>
        <a:graphic>
          <a:graphicData uri="http://schemas.openxmlformats.org/presentationml/2006/ole">
            <p:oleObj spid="_x0000_s67587" r:id="rId6" imgW="45110400" imgH="9448800" progId="Equation.3">
              <p:embed/>
            </p:oleObj>
          </a:graphicData>
        </a:graphic>
      </p:graphicFrame>
      <p:graphicFrame>
        <p:nvGraphicFramePr>
          <p:cNvPr id="34828" name="Object 12"/>
          <p:cNvGraphicFramePr>
            <a:graphicFrameLocks/>
          </p:cNvGraphicFramePr>
          <p:nvPr/>
        </p:nvGraphicFramePr>
        <p:xfrm>
          <a:off x="298450" y="4437063"/>
          <a:ext cx="8577263" cy="1143000"/>
        </p:xfrm>
        <a:graphic>
          <a:graphicData uri="http://schemas.openxmlformats.org/presentationml/2006/ole">
            <p:oleObj spid="_x0000_s67588" r:id="rId7" imgW="82296000" imgH="10972800" progId="Equation.3">
              <p:embed/>
            </p:oleObj>
          </a:graphicData>
        </a:graphic>
      </p:graphicFrame>
      <p:graphicFrame>
        <p:nvGraphicFramePr>
          <p:cNvPr id="34827" name="Object 11"/>
          <p:cNvGraphicFramePr>
            <a:graphicFrameLocks/>
          </p:cNvGraphicFramePr>
          <p:nvPr/>
        </p:nvGraphicFramePr>
        <p:xfrm>
          <a:off x="304800" y="5781675"/>
          <a:ext cx="2148205" cy="544195"/>
        </p:xfrm>
        <a:graphic>
          <a:graphicData uri="http://schemas.openxmlformats.org/presentationml/2006/ole">
            <p:oleObj spid="_x0000_s67589" r:id="rId8" imgW="8380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9" name="Group 13"/>
          <p:cNvGrpSpPr/>
          <p:nvPr/>
        </p:nvGrpSpPr>
        <p:grpSpPr>
          <a:xfrm>
            <a:off x="330200" y="269875"/>
            <a:ext cx="8280400" cy="1419225"/>
            <a:chOff x="208" y="170"/>
            <a:chExt cx="5216" cy="894"/>
          </a:xfrm>
        </p:grpSpPr>
        <p:sp>
          <p:nvSpPr>
            <p:cNvPr id="83970" name="Text Box 3"/>
            <p:cNvSpPr txBox="1"/>
            <p:nvPr/>
          </p:nvSpPr>
          <p:spPr>
            <a:xfrm>
              <a:off x="208" y="170"/>
              <a:ext cx="5216" cy="8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35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例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8.5.4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构造                的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Gauss-Legendre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求积公式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使其具有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次代数精度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3971" name="Object 4"/>
            <p:cNvGraphicFramePr>
              <a:graphicFrameLocks/>
            </p:cNvGraphicFramePr>
            <p:nvPr/>
          </p:nvGraphicFramePr>
          <p:xfrm>
            <a:off x="1749" y="192"/>
            <a:ext cx="939" cy="521"/>
          </p:xfrm>
          <a:graphic>
            <a:graphicData uri="http://schemas.openxmlformats.org/presentationml/2006/ole">
              <p:oleObj spid="_x0000_s68609" r:id="rId4" imgW="15240000" imgH="7924800" progId="">
                <p:embed/>
              </p:oleObj>
            </a:graphicData>
          </a:graphic>
        </p:graphicFrame>
      </p:grpSp>
      <p:sp>
        <p:nvSpPr>
          <p:cNvPr id="10245" name="Text Box 5"/>
          <p:cNvSpPr txBox="1"/>
          <p:nvPr/>
        </p:nvSpPr>
        <p:spPr>
          <a:xfrm>
            <a:off x="381000" y="1676400"/>
            <a:ext cx="8458200" cy="1131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由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+1=7,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求得 </a:t>
            </a:r>
            <a:r>
              <a:rPr lang="zh-CN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= 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这表明有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个求积节点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3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个小区间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作变量置换令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= 2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+ 4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则有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246" name="Object 6"/>
          <p:cNvGraphicFramePr>
            <a:graphicFrameLocks/>
          </p:cNvGraphicFramePr>
          <p:nvPr/>
        </p:nvGraphicFramePr>
        <p:xfrm>
          <a:off x="914400" y="2895600"/>
          <a:ext cx="7396163" cy="1079500"/>
        </p:xfrm>
        <a:graphic>
          <a:graphicData uri="http://schemas.openxmlformats.org/presentationml/2006/ole">
            <p:oleObj spid="_x0000_s68610" r:id="rId5" imgW="70713600" imgH="10363200" progId="">
              <p:embed/>
            </p:oleObj>
          </a:graphicData>
        </a:graphic>
      </p:graphicFrame>
      <p:sp>
        <p:nvSpPr>
          <p:cNvPr id="10247" name="Text Box 7"/>
          <p:cNvSpPr txBox="1"/>
          <p:nvPr/>
        </p:nvSpPr>
        <p:spPr>
          <a:xfrm>
            <a:off x="381000" y="3763963"/>
            <a:ext cx="18097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由上表有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10249" name="Object 9"/>
          <p:cNvGraphicFramePr>
            <a:graphicFrameLocks/>
          </p:cNvGraphicFramePr>
          <p:nvPr/>
        </p:nvGraphicFramePr>
        <p:xfrm>
          <a:off x="533400" y="4343400"/>
          <a:ext cx="1795463" cy="792163"/>
        </p:xfrm>
        <a:graphic>
          <a:graphicData uri="http://schemas.openxmlformats.org/presentationml/2006/ole">
            <p:oleObj spid="_x0000_s68611" r:id="rId6" imgW="17983200" imgH="7924800" progId="">
              <p:embed/>
            </p:oleObj>
          </a:graphicData>
        </a:graphic>
      </p:graphicFrame>
      <p:sp>
        <p:nvSpPr>
          <p:cNvPr id="10250" name="Text Box 10"/>
          <p:cNvSpPr txBox="1"/>
          <p:nvPr/>
        </p:nvSpPr>
        <p:spPr>
          <a:xfrm>
            <a:off x="2286000" y="4510088"/>
            <a:ext cx="53340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2{0.3478548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( 2(-0.8611363) + 4)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251" name="Text Box 11"/>
          <p:cNvSpPr txBox="1"/>
          <p:nvPr/>
        </p:nvSpPr>
        <p:spPr>
          <a:xfrm>
            <a:off x="2365375" y="4953000"/>
            <a:ext cx="5291138" cy="1384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+ 0.3478548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(2(0.8611363) + 4) </a:t>
            </a:r>
          </a:p>
          <a:p>
            <a:pPr algn="ctr"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+ 0.6521452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(2(-0.3398810) + 4) </a:t>
            </a:r>
          </a:p>
          <a:p>
            <a:pPr algn="ctr" eaLnBrk="0" hangingPunct="0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+ 0.6521452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(2(0.3398810) + 4) }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10247" grpId="0"/>
      <p:bldP spid="10250" grpId="0"/>
      <p:bldP spid="1025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/>
          </p:cNvGraphicFramePr>
          <p:nvPr/>
        </p:nvGraphicFramePr>
        <p:xfrm>
          <a:off x="228600" y="457200"/>
          <a:ext cx="8543925" cy="5891213"/>
        </p:xfrm>
        <a:graphic>
          <a:graphicData uri="http://schemas.openxmlformats.org/presentationml/2006/ole">
            <p:oleObj spid="_x0000_s69633" r:id="rId4" imgW="85344000" imgH="5882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/>
          </p:cNvSpPr>
          <p:nvPr>
            <p:ph type="title"/>
          </p:nvPr>
        </p:nvSpPr>
        <p:spPr>
          <a:xfrm>
            <a:off x="184150" y="304800"/>
            <a:ext cx="7772400" cy="6858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36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zh-CN" sz="36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带权的Gauss 求积公式</a:t>
            </a:r>
            <a:endParaRPr lang="zh-CN" altLang="zh-CN" sz="4000" b="1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86018" name="Group 21"/>
          <p:cNvGrpSpPr/>
          <p:nvPr/>
        </p:nvGrpSpPr>
        <p:grpSpPr>
          <a:xfrm>
            <a:off x="149225" y="1074738"/>
            <a:ext cx="8689975" cy="1220787"/>
            <a:chOff x="0" y="551"/>
            <a:chExt cx="5474" cy="769"/>
          </a:xfrm>
        </p:grpSpPr>
        <p:sp>
          <p:nvSpPr>
            <p:cNvPr id="86019" name="Text Box 4"/>
            <p:cNvSpPr txBox="1"/>
            <p:nvPr/>
          </p:nvSpPr>
          <p:spPr>
            <a:xfrm>
              <a:off x="0" y="624"/>
              <a:ext cx="5474" cy="6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/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考虑带权的积分                  其中           为权函数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若</a:t>
              </a:r>
            </a:p>
            <a:p>
              <a:pPr eaLnBrk="0" hangingPunct="0">
                <a:lnSpc>
                  <a:spcPct val="135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即为通常的积分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6020" name="Object 5"/>
            <p:cNvGraphicFramePr>
              <a:graphicFrameLocks/>
            </p:cNvGraphicFramePr>
            <p:nvPr/>
          </p:nvGraphicFramePr>
          <p:xfrm>
            <a:off x="1826" y="551"/>
            <a:ext cx="1045" cy="457"/>
          </p:xfrm>
          <a:graphic>
            <a:graphicData uri="http://schemas.openxmlformats.org/presentationml/2006/ole">
              <p:oleObj spid="_x0000_s70657" r:id="rId4" imgW="23774400" imgH="7924800" progId="">
                <p:embed/>
              </p:oleObj>
            </a:graphicData>
          </a:graphic>
        </p:graphicFrame>
        <p:graphicFrame>
          <p:nvGraphicFramePr>
            <p:cNvPr id="86021" name="Object 6"/>
            <p:cNvGraphicFramePr>
              <a:graphicFrameLocks/>
            </p:cNvGraphicFramePr>
            <p:nvPr/>
          </p:nvGraphicFramePr>
          <p:xfrm>
            <a:off x="3291" y="663"/>
            <a:ext cx="594" cy="281"/>
          </p:xfrm>
          <a:graphic>
            <a:graphicData uri="http://schemas.openxmlformats.org/presentationml/2006/ole">
              <p:oleObj spid="_x0000_s70658" r:id="rId5" imgW="13411200" imgH="4876800" progId="">
                <p:embed/>
              </p:oleObj>
            </a:graphicData>
          </a:graphic>
        </p:graphicFrame>
        <p:graphicFrame>
          <p:nvGraphicFramePr>
            <p:cNvPr id="86022" name="Object 7"/>
            <p:cNvGraphicFramePr>
              <a:graphicFrameLocks/>
            </p:cNvGraphicFramePr>
            <p:nvPr/>
          </p:nvGraphicFramePr>
          <p:xfrm>
            <a:off x="144" y="1014"/>
            <a:ext cx="567" cy="282"/>
          </p:xfrm>
          <a:graphic>
            <a:graphicData uri="http://schemas.openxmlformats.org/presentationml/2006/ole">
              <p:oleObj spid="_x0000_s70659" r:id="rId6" imgW="12801600" imgH="4876800" progId="">
                <p:embed/>
              </p:oleObj>
            </a:graphicData>
          </a:graphic>
        </p:graphicFrame>
      </p:grpSp>
      <p:sp>
        <p:nvSpPr>
          <p:cNvPr id="86023" name="Text Box 14"/>
          <p:cNvSpPr txBox="1"/>
          <p:nvPr/>
        </p:nvSpPr>
        <p:spPr>
          <a:xfrm>
            <a:off x="298450" y="44958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则</a:t>
            </a:r>
          </a:p>
        </p:txBody>
      </p:sp>
      <p:graphicFrame>
        <p:nvGraphicFramePr>
          <p:cNvPr id="86024" name="Object 15"/>
          <p:cNvGraphicFramePr>
            <a:graphicFrameLocks/>
          </p:cNvGraphicFramePr>
          <p:nvPr/>
        </p:nvGraphicFramePr>
        <p:xfrm>
          <a:off x="1066800" y="4419600"/>
          <a:ext cx="6064250" cy="1676400"/>
        </p:xfrm>
        <a:graphic>
          <a:graphicData uri="http://schemas.openxmlformats.org/presentationml/2006/ole">
            <p:oleObj spid="_x0000_s70660" r:id="rId7" imgW="66141600" imgH="18288000" progId="">
              <p:embed/>
            </p:oleObj>
          </a:graphicData>
        </a:graphic>
      </p:graphicFrame>
      <p:grpSp>
        <p:nvGrpSpPr>
          <p:cNvPr id="86025" name="Group 24"/>
          <p:cNvGrpSpPr/>
          <p:nvPr/>
        </p:nvGrpSpPr>
        <p:grpSpPr>
          <a:xfrm>
            <a:off x="228600" y="2514600"/>
            <a:ext cx="8529638" cy="1981200"/>
            <a:chOff x="144" y="1296"/>
            <a:chExt cx="5373" cy="1248"/>
          </a:xfrm>
        </p:grpSpPr>
        <p:sp>
          <p:nvSpPr>
            <p:cNvPr id="86026" name="Text Box 9"/>
            <p:cNvSpPr txBox="1"/>
            <p:nvPr/>
          </p:nvSpPr>
          <p:spPr>
            <a:xfrm>
              <a:off x="450" y="1296"/>
              <a:ext cx="5067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设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在插值节点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                           处的函数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6027" name="Object 10"/>
            <p:cNvGraphicFramePr>
              <a:graphicFrameLocks/>
            </p:cNvGraphicFramePr>
            <p:nvPr/>
          </p:nvGraphicFramePr>
          <p:xfrm>
            <a:off x="2448" y="1324"/>
            <a:ext cx="2040" cy="317"/>
          </p:xfrm>
          <a:graphic>
            <a:graphicData uri="http://schemas.openxmlformats.org/presentationml/2006/ole">
              <p:oleObj spid="_x0000_s70661" r:id="rId8" imgW="35356800" imgH="5486400" progId="">
                <p:embed/>
              </p:oleObj>
            </a:graphicData>
          </a:graphic>
        </p:graphicFrame>
        <p:sp>
          <p:nvSpPr>
            <p:cNvPr id="86028" name="Text Box 11"/>
            <p:cNvSpPr txBox="1"/>
            <p:nvPr/>
          </p:nvSpPr>
          <p:spPr>
            <a:xfrm>
              <a:off x="144" y="1632"/>
              <a:ext cx="3951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值为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), 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作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次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Lagrange </a:t>
              </a:r>
              <a:r>
                <a: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插值多项式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6029" name="Object 12"/>
            <p:cNvGraphicFramePr>
              <a:graphicFrameLocks/>
            </p:cNvGraphicFramePr>
            <p:nvPr/>
          </p:nvGraphicFramePr>
          <p:xfrm>
            <a:off x="1968" y="1944"/>
            <a:ext cx="1897" cy="600"/>
          </p:xfrm>
          <a:graphic>
            <a:graphicData uri="http://schemas.openxmlformats.org/presentationml/2006/ole">
              <p:oleObj spid="_x0000_s70662" r:id="rId9" imgW="32613600" imgH="10363200" progId="">
                <p:embed/>
              </p:oleObj>
            </a:graphicData>
          </a:graphic>
        </p:graphicFrame>
        <p:sp>
          <p:nvSpPr>
            <p:cNvPr id="86030" name="Text Box 23"/>
            <p:cNvSpPr txBox="1"/>
            <p:nvPr/>
          </p:nvSpPr>
          <p:spPr>
            <a:xfrm>
              <a:off x="4608" y="2064"/>
              <a:ext cx="8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(8.5.13)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/>
          <p:nvPr/>
        </p:nvGrpSpPr>
        <p:grpSpPr>
          <a:xfrm>
            <a:off x="533400" y="2714625"/>
            <a:ext cx="7959725" cy="790575"/>
            <a:chOff x="444" y="1662"/>
            <a:chExt cx="5014" cy="498"/>
          </a:xfrm>
        </p:grpSpPr>
        <p:sp>
          <p:nvSpPr>
            <p:cNvPr id="87042" name="Text Box 3"/>
            <p:cNvSpPr txBox="1"/>
            <p:nvPr/>
          </p:nvSpPr>
          <p:spPr>
            <a:xfrm>
              <a:off x="444" y="1721"/>
              <a:ext cx="501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                                                     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(8.5.15)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7043" name="Object 5"/>
            <p:cNvGraphicFramePr>
              <a:graphicFrameLocks/>
            </p:cNvGraphicFramePr>
            <p:nvPr/>
          </p:nvGraphicFramePr>
          <p:xfrm>
            <a:off x="1056" y="1662"/>
            <a:ext cx="1988" cy="498"/>
          </p:xfrm>
          <a:graphic>
            <a:graphicData uri="http://schemas.openxmlformats.org/presentationml/2006/ole">
              <p:oleObj spid="_x0000_s71681" r:id="rId4" imgW="31699200" imgH="7924800" progId="">
                <p:embed/>
              </p:oleObj>
            </a:graphicData>
          </a:graphic>
        </p:graphicFrame>
      </p:grpSp>
      <p:sp>
        <p:nvSpPr>
          <p:cNvPr id="36870" name="Text Box 6"/>
          <p:cNvSpPr txBox="1"/>
          <p:nvPr/>
        </p:nvSpPr>
        <p:spPr>
          <a:xfrm>
            <a:off x="457200" y="3886200"/>
            <a:ext cx="8077200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上式称为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带权的插值积分公式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是其求积系数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7045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从而有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1654175" y="1554163"/>
            <a:ext cx="6804025" cy="1036637"/>
            <a:chOff x="1056" y="912"/>
            <a:chExt cx="4286" cy="653"/>
          </a:xfrm>
        </p:grpSpPr>
        <p:graphicFrame>
          <p:nvGraphicFramePr>
            <p:cNvPr id="87047" name="Object 4"/>
            <p:cNvGraphicFramePr>
              <a:graphicFrameLocks/>
            </p:cNvGraphicFramePr>
            <p:nvPr/>
          </p:nvGraphicFramePr>
          <p:xfrm>
            <a:off x="1056" y="912"/>
            <a:ext cx="2621" cy="653"/>
          </p:xfrm>
          <a:graphic>
            <a:graphicData uri="http://schemas.openxmlformats.org/presentationml/2006/ole">
              <p:oleObj spid="_x0000_s71682" r:id="rId5" imgW="41452800" imgH="10363200" progId="">
                <p:embed/>
              </p:oleObj>
            </a:graphicData>
          </a:graphic>
        </p:graphicFrame>
        <p:sp>
          <p:nvSpPr>
            <p:cNvPr id="87048" name="Text Box 8"/>
            <p:cNvSpPr txBox="1"/>
            <p:nvPr/>
          </p:nvSpPr>
          <p:spPr>
            <a:xfrm>
              <a:off x="3648" y="1083"/>
              <a:ext cx="169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          (8.5.14)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/>
          <p:nvPr/>
        </p:nvSpPr>
        <p:spPr>
          <a:xfrm>
            <a:off x="304800" y="381000"/>
            <a:ext cx="8394700" cy="186309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8.5.2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若带权的插值型求积公式具有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+1 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次代数精度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则称其为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相应的求积节点 </a:t>
            </a:r>
            <a:r>
              <a:rPr lang="en-US" altLang="en-US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en-US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0, 1, </a:t>
            </a:r>
            <a:r>
              <a:rPr lang="en-US" altLang="en-US" b="1" baseline="16000" dirty="0">
                <a:solidFill>
                  <a:schemeClr val="tx1"/>
                </a:solidFill>
                <a:latin typeface="Times New Roman" panose="02020603050405020304" pitchFamily="18" charset="0"/>
              </a:rPr>
              <a:t>. . .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baseline="16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称为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点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291" name="Text Box 3"/>
          <p:cNvSpPr txBox="1"/>
          <p:nvPr/>
        </p:nvSpPr>
        <p:spPr>
          <a:xfrm>
            <a:off x="304800" y="2468563"/>
            <a:ext cx="84407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与不带权的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点的求法类似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有如下定理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319088" y="2238375"/>
            <a:ext cx="8610600" cy="3830638"/>
            <a:chOff x="288" y="1811"/>
            <a:chExt cx="5424" cy="2413"/>
          </a:xfrm>
        </p:grpSpPr>
        <p:sp>
          <p:nvSpPr>
            <p:cNvPr id="88068" name="Text Box 5"/>
            <p:cNvSpPr txBox="1"/>
            <p:nvPr/>
          </p:nvSpPr>
          <p:spPr>
            <a:xfrm>
              <a:off x="288" y="1811"/>
              <a:ext cx="5424" cy="23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定理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8.5.2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带权的插值求积公式中的求积节点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0, 1, </a:t>
              </a:r>
              <a:r>
                <a:rPr lang="en-US" altLang="en-US" baseline="16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 . .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baseline="16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是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点的充分必要条件是                                                    </a:t>
              </a:r>
            </a:p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                       与任意次数不超过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的多项式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)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均在区间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]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带权          正交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即满足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8069" name="Object 6"/>
            <p:cNvGraphicFramePr>
              <a:graphicFrameLocks/>
            </p:cNvGraphicFramePr>
            <p:nvPr/>
          </p:nvGraphicFramePr>
          <p:xfrm>
            <a:off x="336" y="2688"/>
            <a:ext cx="2122" cy="705"/>
          </p:xfrm>
          <a:graphic>
            <a:graphicData uri="http://schemas.openxmlformats.org/presentationml/2006/ole">
              <p:oleObj spid="_x0000_s72705" r:id="rId4" imgW="31089600" imgH="10363200" progId="">
                <p:embed/>
              </p:oleObj>
            </a:graphicData>
          </a:graphic>
        </p:graphicFrame>
        <p:graphicFrame>
          <p:nvGraphicFramePr>
            <p:cNvPr id="88070" name="Object 7"/>
            <p:cNvGraphicFramePr>
              <a:graphicFrameLocks/>
            </p:cNvGraphicFramePr>
            <p:nvPr/>
          </p:nvGraphicFramePr>
          <p:xfrm>
            <a:off x="1056" y="3683"/>
            <a:ext cx="2682" cy="541"/>
          </p:xfrm>
          <a:graphic>
            <a:graphicData uri="http://schemas.openxmlformats.org/presentationml/2006/ole">
              <p:oleObj spid="_x0000_s72706" r:id="rId5" imgW="39319200" imgH="7924800" progId="">
                <p:embed/>
              </p:oleObj>
            </a:graphicData>
          </a:graphic>
        </p:graphicFrame>
        <p:graphicFrame>
          <p:nvGraphicFramePr>
            <p:cNvPr id="88071" name="Object 8"/>
            <p:cNvGraphicFramePr>
              <a:graphicFrameLocks/>
            </p:cNvGraphicFramePr>
            <p:nvPr/>
          </p:nvGraphicFramePr>
          <p:xfrm>
            <a:off x="3696" y="3360"/>
            <a:ext cx="564" cy="333"/>
          </p:xfrm>
          <a:graphic>
            <a:graphicData uri="http://schemas.openxmlformats.org/presentationml/2006/ole">
              <p:oleObj spid="_x0000_s72707" r:id="rId6" imgW="8229600" imgH="4876800" progId="">
                <p:embed/>
              </p:oleObj>
            </a:graphicData>
          </a:graphic>
        </p:graphicFrame>
      </p:grp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89" name="Group 12"/>
          <p:cNvGrpSpPr/>
          <p:nvPr/>
        </p:nvGrpSpPr>
        <p:grpSpPr>
          <a:xfrm>
            <a:off x="304800" y="609600"/>
            <a:ext cx="8229600" cy="1273176"/>
            <a:chOff x="192" y="384"/>
            <a:chExt cx="5184" cy="802"/>
          </a:xfrm>
        </p:grpSpPr>
        <p:sp>
          <p:nvSpPr>
            <p:cNvPr id="89090" name="Text Box 10"/>
            <p:cNvSpPr txBox="1"/>
            <p:nvPr/>
          </p:nvSpPr>
          <p:spPr>
            <a:xfrm>
              <a:off x="192" y="384"/>
              <a:ext cx="5184" cy="80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推论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8.5.2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在区间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] 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上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带权        的 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+ 1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次正交多项式 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n+1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的零点即为</a:t>
              </a:r>
              <a:r>
                <a:rPr lang="en-US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 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点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9091" name="Object 11"/>
            <p:cNvGraphicFramePr>
              <a:graphicFrameLocks/>
            </p:cNvGraphicFramePr>
            <p:nvPr/>
          </p:nvGraphicFramePr>
          <p:xfrm>
            <a:off x="3791" y="448"/>
            <a:ext cx="564" cy="333"/>
          </p:xfrm>
          <a:graphic>
            <a:graphicData uri="http://schemas.openxmlformats.org/presentationml/2006/ole">
              <p:oleObj spid="_x0000_s73729" r:id="rId4" imgW="8229600" imgH="4876800" progId="">
                <p:embed/>
              </p:oleObj>
            </a:graphicData>
          </a:graphic>
        </p:graphicFrame>
      </p:grpSp>
    </p:spTree>
  </p:cSld>
  <p:clrMapOvr>
    <a:masterClrMapping/>
  </p:clrMapOvr>
  <p:transition>
    <p:cover dir="rd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/>
          </p:cNvSpPr>
          <p:nvPr>
            <p:ph type="title"/>
          </p:nvPr>
        </p:nvSpPr>
        <p:spPr>
          <a:xfrm>
            <a:off x="533400" y="152400"/>
            <a:ext cx="7772400" cy="6858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Gauss-Chebyshev 求积公式</a:t>
            </a:r>
            <a:r>
              <a:rPr lang="zh-CN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228600" y="3429000"/>
            <a:ext cx="8534400" cy="1752600"/>
            <a:chOff x="192" y="2448"/>
            <a:chExt cx="5376" cy="1104"/>
          </a:xfrm>
        </p:grpSpPr>
        <p:sp>
          <p:nvSpPr>
            <p:cNvPr id="91139" name="Text Box 3"/>
            <p:cNvSpPr txBox="1"/>
            <p:nvPr/>
          </p:nvSpPr>
          <p:spPr>
            <a:xfrm>
              <a:off x="192" y="2448"/>
              <a:ext cx="5376" cy="9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50000"/>
                </a:lnSpc>
                <a:buClr>
                  <a:schemeClr val="accent2"/>
                </a:buClr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点为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+1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次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Chebyshev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多项式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n+1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的零点，即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91140" name="Object 4"/>
            <p:cNvGraphicFramePr>
              <a:graphicFrameLocks/>
            </p:cNvGraphicFramePr>
            <p:nvPr/>
          </p:nvGraphicFramePr>
          <p:xfrm>
            <a:off x="1297" y="2908"/>
            <a:ext cx="3743" cy="644"/>
          </p:xfrm>
          <a:graphic>
            <a:graphicData uri="http://schemas.openxmlformats.org/presentationml/2006/ole">
              <p:oleObj spid="_x0000_s74753" r:id="rId4" imgW="54864000" imgH="9448800" progId="">
                <p:embed/>
              </p:oleObj>
            </a:graphicData>
          </a:graphic>
        </p:graphicFrame>
      </p:grpSp>
      <p:grpSp>
        <p:nvGrpSpPr>
          <p:cNvPr id="3" name="Group 14"/>
          <p:cNvGrpSpPr/>
          <p:nvPr/>
        </p:nvGrpSpPr>
        <p:grpSpPr>
          <a:xfrm>
            <a:off x="228600" y="685800"/>
            <a:ext cx="8305800" cy="1274763"/>
            <a:chOff x="144" y="541"/>
            <a:chExt cx="5232" cy="803"/>
          </a:xfrm>
        </p:grpSpPr>
        <p:sp>
          <p:nvSpPr>
            <p:cNvPr id="91142" name="Text Box 5"/>
            <p:cNvSpPr txBox="1"/>
            <p:nvPr/>
          </p:nvSpPr>
          <p:spPr>
            <a:xfrm>
              <a:off x="144" y="672"/>
              <a:ext cx="5232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在区间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[-1, 1],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权函数为                       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建立的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Gausss </a:t>
              </a:r>
              <a:r>
                <a: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求积公式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为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91143" name="Object 6"/>
            <p:cNvGraphicFramePr>
              <a:graphicFrameLocks/>
            </p:cNvGraphicFramePr>
            <p:nvPr/>
          </p:nvGraphicFramePr>
          <p:xfrm>
            <a:off x="2784" y="541"/>
            <a:ext cx="1566" cy="707"/>
          </p:xfrm>
          <a:graphic>
            <a:graphicData uri="http://schemas.openxmlformats.org/presentationml/2006/ole">
              <p:oleObj spid="_x0000_s74754" r:id="rId5" imgW="22860000" imgH="10363200" progId="">
                <p:embed/>
              </p:oleObj>
            </a:graphicData>
          </a:graphic>
        </p:graphicFrame>
      </p:grpSp>
      <p:graphicFrame>
        <p:nvGraphicFramePr>
          <p:cNvPr id="44039" name="Object 7"/>
          <p:cNvGraphicFramePr>
            <a:graphicFrameLocks/>
          </p:cNvGraphicFramePr>
          <p:nvPr/>
        </p:nvGraphicFramePr>
        <p:xfrm>
          <a:off x="1905000" y="1905000"/>
          <a:ext cx="5300663" cy="1155700"/>
        </p:xfrm>
        <a:graphic>
          <a:graphicData uri="http://schemas.openxmlformats.org/presentationml/2006/ole">
            <p:oleObj spid="_x0000_s74755" r:id="rId6" imgW="48768000" imgH="10668000" progId="">
              <p:embed/>
            </p:oleObj>
          </a:graphicData>
        </a:graphic>
      </p:graphicFrame>
      <p:sp>
        <p:nvSpPr>
          <p:cNvPr id="44040" name="Text Box 8"/>
          <p:cNvSpPr txBox="1"/>
          <p:nvPr/>
        </p:nvSpPr>
        <p:spPr>
          <a:xfrm>
            <a:off x="228600" y="3048000"/>
            <a:ext cx="58864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称为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Gauss-Chebyshev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1146" name="Rectangle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4" name="组合 17"/>
          <p:cNvGrpSpPr/>
          <p:nvPr/>
        </p:nvGrpSpPr>
        <p:grpSpPr>
          <a:xfrm>
            <a:off x="196850" y="5008563"/>
            <a:ext cx="7402513" cy="1392237"/>
            <a:chOff x="196850" y="5008563"/>
            <a:chExt cx="7402564" cy="1392237"/>
          </a:xfrm>
        </p:grpSpPr>
        <p:sp>
          <p:nvSpPr>
            <p:cNvPr id="91148" name="Text Box 9"/>
            <p:cNvSpPr txBox="1"/>
            <p:nvPr/>
          </p:nvSpPr>
          <p:spPr>
            <a:xfrm>
              <a:off x="196850" y="5218113"/>
              <a:ext cx="2622550" cy="5794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dirty="0">
                  <a:latin typeface="Comic Sans MS" panose="030F0702030302020204" pitchFamily="66" charset="0"/>
                </a:rPr>
                <a:t>其求积系数为</a:t>
              </a:r>
            </a:p>
          </p:txBody>
        </p:sp>
        <p:graphicFrame>
          <p:nvGraphicFramePr>
            <p:cNvPr id="91149" name="Object 10"/>
            <p:cNvGraphicFramePr>
              <a:graphicFrameLocks/>
            </p:cNvGraphicFramePr>
            <p:nvPr/>
          </p:nvGraphicFramePr>
          <p:xfrm>
            <a:off x="381000" y="5873750"/>
            <a:ext cx="2574925" cy="527050"/>
          </p:xfrm>
          <a:graphic>
            <a:graphicData uri="http://schemas.openxmlformats.org/presentationml/2006/ole">
              <p:oleObj spid="_x0000_s74756" r:id="rId7" imgW="23774400" imgH="4876800" progId="">
                <p:embed/>
              </p:oleObj>
            </a:graphicData>
          </a:graphic>
        </p:graphicFrame>
        <p:graphicFrame>
          <p:nvGraphicFramePr>
            <p:cNvPr id="91150" name="Object 15"/>
            <p:cNvGraphicFramePr>
              <a:graphicFrameLocks/>
            </p:cNvGraphicFramePr>
            <p:nvPr/>
          </p:nvGraphicFramePr>
          <p:xfrm>
            <a:off x="2840089" y="5008563"/>
            <a:ext cx="4759325" cy="1022350"/>
          </p:xfrm>
          <a:graphic>
            <a:graphicData uri="http://schemas.openxmlformats.org/presentationml/2006/ole">
              <p:oleObj spid="_x0000_s74757" r:id="rId8" imgW="43586400" imgH="94488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/>
          </p:cNvSpPr>
          <p:nvPr>
            <p:ph type="title"/>
          </p:nvPr>
        </p:nvSpPr>
        <p:spPr>
          <a:xfrm>
            <a:off x="533400" y="152400"/>
            <a:ext cx="7772400" cy="6858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Gauss-Chebyshev 求积公式</a:t>
            </a:r>
            <a:r>
              <a:rPr lang="zh-CN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040" name="Text Box 8"/>
          <p:cNvSpPr txBox="1"/>
          <p:nvPr/>
        </p:nvSpPr>
        <p:spPr>
          <a:xfrm>
            <a:off x="228600" y="2344738"/>
            <a:ext cx="70405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二点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Gauss-Chebyshev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=1)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1748" name="Object 7"/>
          <p:cNvGraphicFramePr>
            <a:graphicFrameLocks/>
          </p:cNvGraphicFramePr>
          <p:nvPr/>
        </p:nvGraphicFramePr>
        <p:xfrm>
          <a:off x="652463" y="892175"/>
          <a:ext cx="7427912" cy="1171575"/>
        </p:xfrm>
        <a:graphic>
          <a:graphicData uri="http://schemas.openxmlformats.org/presentationml/2006/ole">
            <p:oleObj spid="_x0000_s75777" r:id="rId4" imgW="70408800" imgH="10972800" progId="Equation.3">
              <p:embed/>
            </p:oleObj>
          </a:graphicData>
        </a:graphic>
      </p:graphicFrame>
      <p:graphicFrame>
        <p:nvGraphicFramePr>
          <p:cNvPr id="5" name="Object 8"/>
          <p:cNvGraphicFramePr>
            <a:graphicFrameLocks/>
          </p:cNvGraphicFramePr>
          <p:nvPr/>
        </p:nvGraphicFramePr>
        <p:xfrm>
          <a:off x="830263" y="2952750"/>
          <a:ext cx="7138987" cy="1366838"/>
        </p:xfrm>
        <a:graphic>
          <a:graphicData uri="http://schemas.openxmlformats.org/presentationml/2006/ole">
            <p:oleObj spid="_x0000_s75778" r:id="rId5" imgW="67665600" imgH="12801600" progId="Equation.3">
              <p:embed/>
            </p:oleObj>
          </a:graphicData>
        </a:graphic>
      </p:graphicFrame>
      <p:sp>
        <p:nvSpPr>
          <p:cNvPr id="17" name="Text Box 8"/>
          <p:cNvSpPr txBox="1"/>
          <p:nvPr/>
        </p:nvSpPr>
        <p:spPr>
          <a:xfrm>
            <a:off x="381000" y="4311650"/>
            <a:ext cx="714375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三点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Gauss-Chebyshev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=2)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Object 9"/>
          <p:cNvGraphicFramePr>
            <a:graphicFrameLocks/>
          </p:cNvGraphicFramePr>
          <p:nvPr/>
        </p:nvGraphicFramePr>
        <p:xfrm>
          <a:off x="652463" y="4913313"/>
          <a:ext cx="7364412" cy="1366837"/>
        </p:xfrm>
        <a:graphic>
          <a:graphicData uri="http://schemas.openxmlformats.org/presentationml/2006/ole">
            <p:oleObj spid="_x0000_s75779" r:id="rId6" imgW="69799200" imgH="12801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/>
      <p:bldP spid="1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Text Box 11"/>
          <p:cNvSpPr txBox="1"/>
          <p:nvPr/>
        </p:nvSpPr>
        <p:spPr>
          <a:xfrm>
            <a:off x="304800" y="463550"/>
            <a:ext cx="8229600" cy="36369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同理可以求出相应的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Gauss-Laguerre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公式与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Gauss-Hermite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公式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显然仅对于某些特殊的区间和特殊的权函数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可以利用正交多项式的零点来确定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点。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而对于一般的权函数，则需用待定系数法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参见代数精度定义中所描述的方法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326" name="Text Box 14"/>
          <p:cNvSpPr txBox="1"/>
          <p:nvPr/>
        </p:nvSpPr>
        <p:spPr>
          <a:xfrm>
            <a:off x="381000" y="3983038"/>
            <a:ext cx="8686800" cy="166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457200" indent="-457200" eaLnBrk="0" hangingPunct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综上，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构造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的方法有二：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914400" lvl="1" indent="-457200" algn="l" eaLnBrk="0" hangingPunct="0">
              <a:lnSpc>
                <a:spcPct val="120000"/>
              </a:lnSpc>
              <a:buAutoNum type="arabicPeriod"/>
            </a:pP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待定系数法，即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关于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的非线性方程组；</a:t>
            </a:r>
          </a:p>
          <a:p>
            <a:pPr marL="914400" lvl="1" indent="-457200" algn="l" eaLnBrk="0" hangingPunct="0">
              <a:lnSpc>
                <a:spcPct val="120000"/>
              </a:lnSpc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先确定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点，然后再确定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其求积系数。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3329" name="Object 17"/>
          <p:cNvGraphicFramePr>
            <a:graphicFrameLocks/>
          </p:cNvGraphicFramePr>
          <p:nvPr/>
        </p:nvGraphicFramePr>
        <p:xfrm>
          <a:off x="2813050" y="5702300"/>
          <a:ext cx="3155950" cy="790575"/>
        </p:xfrm>
        <a:graphic>
          <a:graphicData uri="http://schemas.openxmlformats.org/presentationml/2006/ole">
            <p:oleObj spid="_x0000_s76801" r:id="rId4" imgW="31699200" imgH="79248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3" grpId="0"/>
      <p:bldP spid="13326" grpId="0" build="p" bldLvl="2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/>
          </p:cNvSpPr>
          <p:nvPr>
            <p:ph type="title"/>
          </p:nvPr>
        </p:nvSpPr>
        <p:spPr>
          <a:xfrm>
            <a:off x="152400" y="404813"/>
            <a:ext cx="8839200" cy="58578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Gauss 求积公式的</a:t>
            </a:r>
            <a:r>
              <a:rPr lang="zh-CN" altLang="zh-CN" sz="3600" b="1" u="none" dirty="0">
                <a:latin typeface="Times New Roman" panose="02020603050405020304" pitchFamily="18" charset="0"/>
              </a:rPr>
              <a:t>余项</a:t>
            </a:r>
            <a:r>
              <a:rPr lang="en-US" altLang="zh-CN" sz="3600" b="1" u="none" dirty="0">
                <a:latin typeface="Times New Roman" panose="02020603050405020304" pitchFamily="18" charset="0"/>
              </a:rPr>
              <a:t>, </a:t>
            </a:r>
            <a:r>
              <a:rPr lang="zh-CN" altLang="zh-CN" sz="36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>收敛性与稳定性</a:t>
            </a:r>
            <a:endParaRPr lang="zh-CN" altLang="zh-CN" sz="3600" b="1" u="none" dirty="0">
              <a:solidFill>
                <a:srgbClr val="0033C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340" name="Text Box 4"/>
          <p:cNvSpPr txBox="1"/>
          <p:nvPr/>
        </p:nvSpPr>
        <p:spPr>
          <a:xfrm>
            <a:off x="228600" y="1295400"/>
            <a:ext cx="8610600" cy="12725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定理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8.5.3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设函数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2n+2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],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则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求积公式的余项为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4341" name="Object 5"/>
          <p:cNvGraphicFramePr>
            <a:graphicFrameLocks/>
          </p:cNvGraphicFramePr>
          <p:nvPr/>
        </p:nvGraphicFramePr>
        <p:xfrm>
          <a:off x="755650" y="2565400"/>
          <a:ext cx="7334250" cy="2222500"/>
        </p:xfrm>
        <a:graphic>
          <a:graphicData uri="http://schemas.openxmlformats.org/presentationml/2006/ole">
            <p:oleObj spid="_x0000_s77825" r:id="rId4" imgW="70408800" imgH="21336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/>
          </p:cNvSpPr>
          <p:nvPr>
            <p:ph type="title"/>
          </p:nvPr>
        </p:nvSpPr>
        <p:spPr>
          <a:xfrm>
            <a:off x="457200" y="557213"/>
            <a:ext cx="7772400" cy="58578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dirty="0">
                <a:latin typeface="Times New Roman" panose="02020603050405020304" pitchFamily="18" charset="0"/>
              </a:rPr>
              <a:t>Gauss </a:t>
            </a:r>
            <a:r>
              <a:rPr lang="zh-CN" altLang="zh-CN" dirty="0">
                <a:latin typeface="Times New Roman" panose="02020603050405020304" pitchFamily="18" charset="0"/>
              </a:rPr>
              <a:t>求积公式求积系数有如下性质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zh-CN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8921" name="Object 9"/>
          <p:cNvGraphicFramePr>
            <a:graphicFrameLocks/>
          </p:cNvGraphicFramePr>
          <p:nvPr/>
        </p:nvGraphicFramePr>
        <p:xfrm>
          <a:off x="827088" y="1125538"/>
          <a:ext cx="2919412" cy="1079500"/>
        </p:xfrm>
        <a:graphic>
          <a:graphicData uri="http://schemas.openxmlformats.org/presentationml/2006/ole">
            <p:oleObj spid="_x0000_s78849" r:id="rId4" imgW="28041600" imgH="10363200" progId="">
              <p:embed/>
            </p:oleObj>
          </a:graphicData>
        </a:graphic>
      </p:graphicFrame>
      <p:sp>
        <p:nvSpPr>
          <p:cNvPr id="38925" name="Rectangle 13"/>
          <p:cNvSpPr/>
          <p:nvPr/>
        </p:nvSpPr>
        <p:spPr>
          <a:xfrm>
            <a:off x="468313" y="3933825"/>
            <a:ext cx="6767512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即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求积公式求积系数都是正的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8927" name="AutoShape 15"/>
          <p:cNvSpPr/>
          <p:nvPr/>
        </p:nvSpPr>
        <p:spPr>
          <a:xfrm>
            <a:off x="5562600" y="1447800"/>
            <a:ext cx="2667000" cy="1219200"/>
          </a:xfrm>
          <a:prstGeom prst="wedgeRoundRectCallout">
            <a:avLst>
              <a:gd name="adj1" fmla="val -118870"/>
              <a:gd name="adj2" fmla="val -31250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zh-CN" altLang="en-US" dirty="0">
                <a:latin typeface="Comic Sans MS" panose="030F0702030302020204" pitchFamily="66" charset="0"/>
                <a:ea typeface="华文行楷" panose="02010800040101010101" pitchFamily="2" charset="-122"/>
              </a:rPr>
              <a:t>由</a:t>
            </a:r>
            <a:r>
              <a:rPr lang="zh-CN" altLang="zh-CN" dirty="0">
                <a:latin typeface="Comic Sans MS" panose="030F0702030302020204" pitchFamily="66" charset="0"/>
                <a:ea typeface="华文行楷" panose="02010800040101010101" pitchFamily="2" charset="-122"/>
              </a:rPr>
              <a:t>余项公式可直接得出</a:t>
            </a:r>
            <a:endParaRPr lang="zh-CN" altLang="en-US" dirty="0">
              <a:latin typeface="Comic Sans MS" panose="030F0702030302020204" pitchFamily="66" charset="0"/>
              <a:ea typeface="华文行楷" panose="02010800040101010101" pitchFamily="2" charset="-122"/>
            </a:endParaRPr>
          </a:p>
        </p:txBody>
      </p:sp>
      <p:sp>
        <p:nvSpPr>
          <p:cNvPr id="97285" name="Rectangle 1063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8166" name="Object 1062"/>
          <p:cNvGraphicFramePr>
            <a:graphicFrameLocks/>
          </p:cNvGraphicFramePr>
          <p:nvPr/>
        </p:nvGraphicFramePr>
        <p:xfrm>
          <a:off x="900113" y="2636838"/>
          <a:ext cx="5599112" cy="1127125"/>
        </p:xfrm>
        <a:graphic>
          <a:graphicData uri="http://schemas.openxmlformats.org/presentationml/2006/ole">
            <p:oleObj spid="_x0000_s78850" r:id="rId5" imgW="51206400" imgH="10363200" progId="Equation.3">
              <p:embed/>
            </p:oleObj>
          </a:graphicData>
        </a:graphic>
      </p:graphicFrame>
      <p:graphicFrame>
        <p:nvGraphicFramePr>
          <p:cNvPr id="48168" name="Object 1064"/>
          <p:cNvGraphicFramePr>
            <a:graphicFrameLocks/>
          </p:cNvGraphicFramePr>
          <p:nvPr/>
        </p:nvGraphicFramePr>
        <p:xfrm>
          <a:off x="3951288" y="2716213"/>
          <a:ext cx="2565400" cy="928687"/>
        </p:xfrm>
        <a:graphic>
          <a:graphicData uri="http://schemas.openxmlformats.org/presentationml/2006/ole">
            <p:oleObj spid="_x0000_s78851" r:id="rId6" imgW="23469600" imgH="8534400" progId="Equation.3">
              <p:embed/>
            </p:oleObj>
          </a:graphicData>
        </a:graphic>
      </p:graphicFrame>
      <p:grpSp>
        <p:nvGrpSpPr>
          <p:cNvPr id="2" name="Group 1065"/>
          <p:cNvGrpSpPr/>
          <p:nvPr/>
        </p:nvGrpSpPr>
        <p:grpSpPr>
          <a:xfrm>
            <a:off x="971550" y="4941888"/>
            <a:ext cx="6804025" cy="1036637"/>
            <a:chOff x="1056" y="912"/>
            <a:chExt cx="4286" cy="653"/>
          </a:xfrm>
        </p:grpSpPr>
        <p:graphicFrame>
          <p:nvGraphicFramePr>
            <p:cNvPr id="97289" name="Object 1066"/>
            <p:cNvGraphicFramePr>
              <a:graphicFrameLocks/>
            </p:cNvGraphicFramePr>
            <p:nvPr/>
          </p:nvGraphicFramePr>
          <p:xfrm>
            <a:off x="1056" y="912"/>
            <a:ext cx="2621" cy="653"/>
          </p:xfrm>
          <a:graphic>
            <a:graphicData uri="http://schemas.openxmlformats.org/presentationml/2006/ole">
              <p:oleObj spid="_x0000_s78852" r:id="rId7" imgW="41452800" imgH="10363200" progId="">
                <p:embed/>
              </p:oleObj>
            </a:graphicData>
          </a:graphic>
        </p:graphicFrame>
        <p:sp>
          <p:nvSpPr>
            <p:cNvPr id="97290" name="Text Box 1067"/>
            <p:cNvSpPr txBox="1"/>
            <p:nvPr/>
          </p:nvSpPr>
          <p:spPr>
            <a:xfrm>
              <a:off x="3648" y="1083"/>
              <a:ext cx="169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          (8.5.14)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5" grpId="0"/>
      <p:bldP spid="38927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/>
          <p:nvPr/>
        </p:nvSpPr>
        <p:spPr>
          <a:xfrm>
            <a:off x="596900" y="1524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zh-CN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Gauss 求积公式的数值稳定性</a:t>
            </a:r>
            <a:endParaRPr lang="zh-CN" altLang="zh-CN" sz="3600" u="sng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381000" y="920750"/>
            <a:ext cx="7142163" cy="603250"/>
            <a:chOff x="432" y="480"/>
            <a:chExt cx="4499" cy="380"/>
          </a:xfrm>
        </p:grpSpPr>
        <p:sp>
          <p:nvSpPr>
            <p:cNvPr id="99331" name="Text Box 4"/>
            <p:cNvSpPr txBox="1"/>
            <p:nvPr/>
          </p:nvSpPr>
          <p:spPr>
            <a:xfrm>
              <a:off x="432" y="480"/>
              <a:ext cx="245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设 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的近似值为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99332" name="Object 5"/>
            <p:cNvGraphicFramePr>
              <a:graphicFrameLocks/>
            </p:cNvGraphicFramePr>
            <p:nvPr/>
          </p:nvGraphicFramePr>
          <p:xfrm>
            <a:off x="2832" y="480"/>
            <a:ext cx="2099" cy="380"/>
          </p:xfrm>
          <a:graphic>
            <a:graphicData uri="http://schemas.openxmlformats.org/presentationml/2006/ole">
              <p:oleObj spid="_x0000_s79873" r:id="rId4" imgW="32004000" imgH="5791200" progId="">
                <p:embed/>
              </p:oleObj>
            </a:graphicData>
          </a:graphic>
        </p:graphicFrame>
      </p:grpSp>
      <p:grpSp>
        <p:nvGrpSpPr>
          <p:cNvPr id="3" name="Group 19"/>
          <p:cNvGrpSpPr/>
          <p:nvPr/>
        </p:nvGrpSpPr>
        <p:grpSpPr>
          <a:xfrm>
            <a:off x="533400" y="2197100"/>
            <a:ext cx="2790825" cy="698500"/>
            <a:chOff x="588" y="1384"/>
            <a:chExt cx="1758" cy="440"/>
          </a:xfrm>
        </p:grpSpPr>
        <p:sp>
          <p:nvSpPr>
            <p:cNvPr id="99334" name="Text Box 8"/>
            <p:cNvSpPr txBox="1"/>
            <p:nvPr/>
          </p:nvSpPr>
          <p:spPr>
            <a:xfrm>
              <a:off x="588" y="1411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记</a:t>
              </a:r>
              <a:endParaRPr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99335" name="Object 9"/>
            <p:cNvGraphicFramePr>
              <a:graphicFrameLocks/>
            </p:cNvGraphicFramePr>
            <p:nvPr/>
          </p:nvGraphicFramePr>
          <p:xfrm>
            <a:off x="1008" y="1384"/>
            <a:ext cx="1338" cy="440"/>
          </p:xfrm>
          <a:graphic>
            <a:graphicData uri="http://schemas.openxmlformats.org/presentationml/2006/ole">
              <p:oleObj spid="_x0000_s79874" r:id="rId5" imgW="20421600" imgH="6705600" progId="">
                <p:embed/>
              </p:oleObj>
            </a:graphicData>
          </a:graphic>
        </p:graphicFrame>
      </p:grpSp>
      <p:sp>
        <p:nvSpPr>
          <p:cNvPr id="17418" name="Text Box 10"/>
          <p:cNvSpPr txBox="1"/>
          <p:nvPr/>
        </p:nvSpPr>
        <p:spPr>
          <a:xfrm>
            <a:off x="457200" y="304800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由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&gt; 0,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则有误差估计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7419" name="Object 11"/>
          <p:cNvGraphicFramePr>
            <a:graphicFrameLocks/>
          </p:cNvGraphicFramePr>
          <p:nvPr/>
        </p:nvGraphicFramePr>
        <p:xfrm>
          <a:off x="473075" y="3657600"/>
          <a:ext cx="8137525" cy="2157413"/>
        </p:xfrm>
        <a:graphic>
          <a:graphicData uri="http://schemas.openxmlformats.org/presentationml/2006/ole">
            <p:oleObj spid="_x0000_s79875" r:id="rId6" imgW="78028800" imgH="20726400" progId="">
              <p:embed/>
            </p:oleObj>
          </a:graphicData>
        </a:graphic>
      </p:graphicFrame>
      <p:grpSp>
        <p:nvGrpSpPr>
          <p:cNvPr id="4" name="Group 18"/>
          <p:cNvGrpSpPr/>
          <p:nvPr/>
        </p:nvGrpSpPr>
        <p:grpSpPr>
          <a:xfrm>
            <a:off x="465138" y="1530350"/>
            <a:ext cx="6392862" cy="603250"/>
            <a:chOff x="384" y="960"/>
            <a:chExt cx="4027" cy="380"/>
          </a:xfrm>
        </p:grpSpPr>
        <p:graphicFrame>
          <p:nvGraphicFramePr>
            <p:cNvPr id="99339" name="Object 6"/>
            <p:cNvGraphicFramePr>
              <a:graphicFrameLocks/>
            </p:cNvGraphicFramePr>
            <p:nvPr/>
          </p:nvGraphicFramePr>
          <p:xfrm>
            <a:off x="912" y="960"/>
            <a:ext cx="3499" cy="380"/>
          </p:xfrm>
          <a:graphic>
            <a:graphicData uri="http://schemas.openxmlformats.org/presentationml/2006/ole">
              <p:oleObj spid="_x0000_s79876" r:id="rId7" imgW="53340000" imgH="5791200" progId="">
                <p:embed/>
              </p:oleObj>
            </a:graphicData>
          </a:graphic>
        </p:graphicFrame>
        <p:sp>
          <p:nvSpPr>
            <p:cNvPr id="99340" name="Text Box 16"/>
            <p:cNvSpPr txBox="1"/>
            <p:nvPr/>
          </p:nvSpPr>
          <p:spPr>
            <a:xfrm>
              <a:off x="384" y="960"/>
              <a:ext cx="45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令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3" name="Text Box 13"/>
          <p:cNvSpPr txBox="1"/>
          <p:nvPr/>
        </p:nvSpPr>
        <p:spPr>
          <a:xfrm>
            <a:off x="457200" y="3048000"/>
            <a:ext cx="9969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其中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40974" name="Object 14"/>
          <p:cNvGraphicFramePr>
            <a:graphicFrameLocks/>
          </p:cNvGraphicFramePr>
          <p:nvPr/>
        </p:nvGraphicFramePr>
        <p:xfrm>
          <a:off x="1905000" y="2971800"/>
          <a:ext cx="2216150" cy="822325"/>
        </p:xfrm>
        <a:graphic>
          <a:graphicData uri="http://schemas.openxmlformats.org/presentationml/2006/ole">
            <p:oleObj spid="_x0000_s80897" r:id="rId4" imgW="21336000" imgH="7924800" progId="">
              <p:embed/>
            </p:oleObj>
          </a:graphicData>
        </a:graphic>
      </p:graphicFrame>
      <p:sp>
        <p:nvSpPr>
          <p:cNvPr id="40975" name="Text Box 15"/>
          <p:cNvSpPr txBox="1"/>
          <p:nvPr/>
        </p:nvSpPr>
        <p:spPr>
          <a:xfrm>
            <a:off x="444500" y="4038600"/>
            <a:ext cx="8242300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是一个大于零的常数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由此可知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求积公式是数值稳定的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0356" name="Object 16"/>
          <p:cNvGraphicFramePr>
            <a:graphicFrameLocks/>
          </p:cNvGraphicFramePr>
          <p:nvPr/>
        </p:nvGraphicFramePr>
        <p:xfrm>
          <a:off x="549275" y="609600"/>
          <a:ext cx="8137525" cy="2157413"/>
        </p:xfrm>
        <a:graphic>
          <a:graphicData uri="http://schemas.openxmlformats.org/presentationml/2006/ole">
            <p:oleObj spid="_x0000_s80898" r:id="rId5" imgW="78028800" imgH="20726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  <p:bldP spid="4097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Text Box 5"/>
          <p:cNvSpPr txBox="1"/>
          <p:nvPr/>
        </p:nvSpPr>
        <p:spPr>
          <a:xfrm>
            <a:off x="290513" y="1600200"/>
            <a:ext cx="8458200" cy="12725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定理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8.5.4 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对任意的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∈ C[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],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求积公式均收敛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即有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8454" name="Object 22"/>
          <p:cNvGraphicFramePr>
            <a:graphicFrameLocks/>
          </p:cNvGraphicFramePr>
          <p:nvPr/>
        </p:nvGraphicFramePr>
        <p:xfrm>
          <a:off x="1752600" y="3124200"/>
          <a:ext cx="5106988" cy="1081088"/>
        </p:xfrm>
        <a:graphic>
          <a:graphicData uri="http://schemas.openxmlformats.org/presentationml/2006/ole">
            <p:oleObj spid="_x0000_s81921" r:id="rId4" imgW="48768000" imgH="10363200" progId="">
              <p:embed/>
            </p:oleObj>
          </a:graphicData>
        </a:graphic>
      </p:graphicFrame>
      <p:sp>
        <p:nvSpPr>
          <p:cNvPr id="101379" name="Rectangle 23"/>
          <p:cNvSpPr>
            <a:spLocks noGrp="1"/>
          </p:cNvSpPr>
          <p:nvPr>
            <p:ph type="title"/>
          </p:nvPr>
        </p:nvSpPr>
        <p:spPr>
          <a:xfrm>
            <a:off x="304800" y="609600"/>
            <a:ext cx="82296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对于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求积公式的收敛性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有如下的定理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026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>
              <a:buClrTx/>
              <a:buSzTx/>
              <a:buFontTx/>
            </a:pPr>
            <a:r>
              <a:rPr lang="zh-CN" altLang="en-US" sz="4800" b="1" u="none" dirty="0"/>
              <a:t> </a:t>
            </a:r>
            <a:r>
              <a:rPr lang="zh-CN" altLang="zh-CN" sz="4800" b="1" u="none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 数值微分</a:t>
            </a:r>
            <a:r>
              <a:rPr lang="zh-CN" altLang="zh-CN" sz="48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  <a:t/>
            </a:r>
            <a:br>
              <a:rPr lang="zh-CN" altLang="zh-CN" sz="4800" b="1" u="none" dirty="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4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zh-CN" altLang="en-US" sz="4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zh-CN" altLang="en-US" sz="4800" b="1" u="none" dirty="0"/>
          </a:p>
        </p:txBody>
      </p:sp>
      <p:sp>
        <p:nvSpPr>
          <p:cNvPr id="3074" name="Rectangle 1027"/>
          <p:cNvSpPr>
            <a:spLocks noGrp="1"/>
          </p:cNvSpPr>
          <p:nvPr>
            <p:ph type="subTitle" idx="1"/>
          </p:nvPr>
        </p:nvSpPr>
        <p:spPr>
          <a:xfrm>
            <a:off x="1371600" y="3902075"/>
            <a:ext cx="6400800" cy="1941513"/>
          </a:xfrm>
        </p:spPr>
        <p:txBody>
          <a:bodyPr vert="horz" wrap="square" lIns="91440" tIns="45720" rIns="91440" bIns="45720" anchor="t"/>
          <a:lstStyle/>
          <a:p>
            <a:pPr>
              <a:buSzPct val="85000"/>
            </a:pPr>
            <a:endParaRPr lang="zh-CN" altLang="en-US" sz="3600" b="1" dirty="0">
              <a:latin typeface="+mn-lt"/>
              <a:ea typeface="华文行楷" panose="02010800040101010101" pitchFamily="2" charset="-122"/>
              <a:cs typeface="+mn-cs"/>
            </a:endParaRPr>
          </a:p>
          <a:p>
            <a:pPr>
              <a:buSzPct val="85000"/>
            </a:pPr>
            <a:r>
              <a:rPr lang="zh-CN" altLang="en-US" sz="3600" b="1" dirty="0">
                <a:latin typeface="+mn-lt"/>
                <a:ea typeface="华文行楷" panose="02010800040101010101" pitchFamily="2" charset="-122"/>
                <a:cs typeface="+mn-cs"/>
              </a:rPr>
              <a:t>天津大学数学学院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273050" y="269875"/>
            <a:ext cx="8382000" cy="668338"/>
          </a:xfrm>
        </p:spPr>
        <p:txBody>
          <a:bodyPr/>
          <a:lstStyle/>
          <a:p>
            <a:r>
              <a:rPr lang="zh-CN" altLang="en-US" sz="3600" b="1" u="none" smtClean="0">
                <a:solidFill>
                  <a:srgbClr val="FF0000"/>
                </a:solidFill>
                <a:latin typeface="Times New Roman" panose="02020603050405020304" pitchFamily="18" charset="0"/>
              </a:rPr>
              <a:t> 考虑一个实际</a:t>
            </a:r>
            <a:r>
              <a:rPr lang="zh-CN" altLang="en-US" sz="3600" b="1" u="none" smtClean="0">
                <a:solidFill>
                  <a:srgbClr val="FF0000"/>
                </a:solidFill>
              </a:rPr>
              <a:t>问题</a:t>
            </a:r>
          </a:p>
        </p:txBody>
      </p:sp>
      <p:grpSp>
        <p:nvGrpSpPr>
          <p:cNvPr id="2" name="Group 333"/>
          <p:cNvGrpSpPr/>
          <p:nvPr/>
        </p:nvGrpSpPr>
        <p:grpSpPr bwMode="auto">
          <a:xfrm>
            <a:off x="272733" y="1521778"/>
            <a:ext cx="8566150" cy="1395413"/>
            <a:chOff x="185" y="1623"/>
            <a:chExt cx="5396" cy="879"/>
          </a:xfrm>
        </p:grpSpPr>
        <p:sp>
          <p:nvSpPr>
            <p:cNvPr id="75788" name="Text Box 301"/>
            <p:cNvSpPr txBox="1">
              <a:spLocks noChangeAspect="1" noChangeArrowheads="1"/>
            </p:cNvSpPr>
            <p:nvPr/>
          </p:nvSpPr>
          <p:spPr bwMode="auto">
            <a:xfrm>
              <a:off x="185" y="1623"/>
              <a:ext cx="861" cy="879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 dirty="0" err="1">
                  <a:solidFill>
                    <a:schemeClr val="tx1"/>
                  </a:solidFill>
                </a:rPr>
                <a:t>t</a:t>
              </a:r>
              <a:r>
                <a:rPr lang="en-US" altLang="en-US" i="1" baseline="-25000" dirty="0" err="1">
                  <a:solidFill>
                    <a:schemeClr val="tx1"/>
                  </a:solidFill>
                </a:rPr>
                <a:t>k</a:t>
              </a:r>
              <a:r>
                <a:rPr lang="zh-CN" altLang="en-US" i="1" baseline="-25000" dirty="0" err="1">
                  <a:solidFill>
                    <a:schemeClr val="tx1"/>
                  </a:solidFill>
                </a:rPr>
                <a:t>（秒）</a:t>
              </a:r>
              <a:endParaRPr lang="en-US" altLang="en-US" i="1" baseline="-25000" dirty="0">
                <a:solidFill>
                  <a:schemeClr val="tx1"/>
                </a:solidFill>
              </a:endParaRPr>
            </a:p>
            <a:p>
              <a:pPr algn="ctr"/>
              <a:endParaRPr lang="en-US" altLang="en-US" i="1" baseline="-25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en-US" i="1" dirty="0" err="1">
                  <a:solidFill>
                    <a:schemeClr val="tx1"/>
                  </a:solidFill>
                </a:rPr>
                <a:t>v</a:t>
              </a:r>
              <a:r>
                <a:rPr lang="en-US" altLang="en-US" i="1" baseline="-25000" dirty="0" err="1">
                  <a:solidFill>
                    <a:schemeClr val="tx1"/>
                  </a:solidFill>
                  <a:sym typeface="+mn-ea"/>
                </a:rPr>
                <a:t>k</a:t>
              </a:r>
              <a:r>
                <a:rPr lang="zh-CN" altLang="en-US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（</a:t>
              </a:r>
              <a:r>
                <a:rPr lang="zh-CN" altLang="en-US" sz="1800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米</a:t>
              </a:r>
              <a:r>
                <a:rPr lang="en-US" altLang="zh-CN" sz="1800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/</a:t>
              </a:r>
              <a:r>
                <a:rPr lang="zh-CN" altLang="en-US" sz="1800" i="1" baseline="-25000" dirty="0" err="1">
                  <a:solidFill>
                    <a:schemeClr val="tx1"/>
                  </a:solidFill>
                  <a:latin typeface="+mj-ea"/>
                  <a:ea typeface="+mj-ea"/>
                  <a:cs typeface="+mj-ea"/>
                </a:rPr>
                <a:t>秒）</a:t>
              </a:r>
            </a:p>
          </p:txBody>
        </p:sp>
        <p:sp>
          <p:nvSpPr>
            <p:cNvPr id="75789" name="Text Box 303"/>
            <p:cNvSpPr txBox="1">
              <a:spLocks noChangeAspect="1" noChangeArrowheads="1"/>
            </p:cNvSpPr>
            <p:nvPr/>
          </p:nvSpPr>
          <p:spPr bwMode="auto">
            <a:xfrm>
              <a:off x="1181" y="1706"/>
              <a:ext cx="723" cy="67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/>
                <a:t>0</a:t>
              </a:r>
              <a:endParaRPr lang="en-US" altLang="en-US" i="1" baseline="-25000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0</a:t>
              </a:r>
              <a:endParaRPr lang="en-US" altLang="zh-CN"/>
            </a:p>
          </p:txBody>
        </p:sp>
        <p:sp>
          <p:nvSpPr>
            <p:cNvPr id="75790" name="Text Box 307"/>
            <p:cNvSpPr txBox="1">
              <a:spLocks noChangeAspect="1" noChangeArrowheads="1"/>
            </p:cNvSpPr>
            <p:nvPr/>
          </p:nvSpPr>
          <p:spPr bwMode="auto">
            <a:xfrm>
              <a:off x="1904" y="1706"/>
              <a:ext cx="724" cy="67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/>
                <a:t>1</a:t>
              </a:r>
              <a:endParaRPr lang="en-US" altLang="en-US" i="1" baseline="-25000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 1.0</a:t>
              </a:r>
              <a:endParaRPr lang="en-US" altLang="zh-CN" sz="3200"/>
            </a:p>
          </p:txBody>
        </p:sp>
        <p:sp>
          <p:nvSpPr>
            <p:cNvPr id="75791" name="Text Box 311"/>
            <p:cNvSpPr txBox="1">
              <a:spLocks noChangeAspect="1" noChangeArrowheads="1"/>
            </p:cNvSpPr>
            <p:nvPr/>
          </p:nvSpPr>
          <p:spPr bwMode="auto">
            <a:xfrm>
              <a:off x="2646" y="1706"/>
              <a:ext cx="724" cy="67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i="1"/>
                <a:t>2</a:t>
              </a:r>
              <a:endParaRPr lang="en-US" altLang="en-US" i="1" baseline="-25000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 2.5</a:t>
              </a:r>
              <a:endParaRPr lang="en-US" altLang="zh-CN"/>
            </a:p>
          </p:txBody>
        </p:sp>
        <p:sp>
          <p:nvSpPr>
            <p:cNvPr id="75792" name="Text Box 312"/>
            <p:cNvSpPr txBox="1">
              <a:spLocks noChangeAspect="1" noChangeArrowheads="1"/>
            </p:cNvSpPr>
            <p:nvPr/>
          </p:nvSpPr>
          <p:spPr bwMode="auto">
            <a:xfrm>
              <a:off x="3383" y="1717"/>
              <a:ext cx="723" cy="636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/>
                <a:t>3</a:t>
              </a:r>
              <a:r>
                <a:rPr lang="zh-CN" altLang="en-US"/>
                <a:t> </a:t>
              </a:r>
              <a:endParaRPr lang="zh-CN" altLang="en-US" sz="1800" baseline="-25000"/>
            </a:p>
            <a:p>
              <a:pPr algn="ctr"/>
              <a:endParaRPr lang="zh-CN" altLang="en-US" sz="1800" i="1" baseline="-25000"/>
            </a:p>
            <a:p>
              <a:pPr algn="ctr"/>
              <a:r>
                <a:rPr lang="en-US" altLang="zh-CN"/>
                <a:t>4.5</a:t>
              </a:r>
              <a:r>
                <a:rPr lang="zh-CN" altLang="zh-CN" i="1"/>
                <a:t> </a:t>
              </a:r>
              <a:endParaRPr lang="zh-CN" altLang="zh-CN"/>
            </a:p>
          </p:txBody>
        </p:sp>
        <p:sp>
          <p:nvSpPr>
            <p:cNvPr id="75793" name="Text Box 313"/>
            <p:cNvSpPr txBox="1">
              <a:spLocks noChangeAspect="1" noChangeArrowheads="1"/>
            </p:cNvSpPr>
            <p:nvPr/>
          </p:nvSpPr>
          <p:spPr bwMode="auto">
            <a:xfrm>
              <a:off x="4630" y="1677"/>
              <a:ext cx="951" cy="77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3200"/>
                <a:t>5</a:t>
              </a:r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8.0</a:t>
              </a:r>
              <a:endParaRPr lang="en-US" altLang="zh-CN"/>
            </a:p>
          </p:txBody>
        </p:sp>
        <p:sp>
          <p:nvSpPr>
            <p:cNvPr id="75794" name="Line 315"/>
            <p:cNvSpPr>
              <a:spLocks noChangeAspect="1" noChangeShapeType="1"/>
            </p:cNvSpPr>
            <p:nvPr/>
          </p:nvSpPr>
          <p:spPr bwMode="auto">
            <a:xfrm>
              <a:off x="224" y="2025"/>
              <a:ext cx="52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5" name="Line 316"/>
            <p:cNvSpPr>
              <a:spLocks noChangeAspect="1" noChangeShapeType="1"/>
            </p:cNvSpPr>
            <p:nvPr/>
          </p:nvSpPr>
          <p:spPr bwMode="auto">
            <a:xfrm>
              <a:off x="1137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6" name="Line 317"/>
            <p:cNvSpPr>
              <a:spLocks noChangeAspect="1" noChangeShapeType="1"/>
            </p:cNvSpPr>
            <p:nvPr/>
          </p:nvSpPr>
          <p:spPr bwMode="auto">
            <a:xfrm>
              <a:off x="2616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7" name="Line 318"/>
            <p:cNvSpPr>
              <a:spLocks noChangeAspect="1" noChangeShapeType="1"/>
            </p:cNvSpPr>
            <p:nvPr/>
          </p:nvSpPr>
          <p:spPr bwMode="auto">
            <a:xfrm>
              <a:off x="3370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8" name="Line 319"/>
            <p:cNvSpPr>
              <a:spLocks noChangeAspect="1" noChangeShapeType="1"/>
            </p:cNvSpPr>
            <p:nvPr/>
          </p:nvSpPr>
          <p:spPr bwMode="auto">
            <a:xfrm>
              <a:off x="4106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9" name="Line 320"/>
            <p:cNvSpPr>
              <a:spLocks noChangeAspect="1" noChangeShapeType="1"/>
            </p:cNvSpPr>
            <p:nvPr/>
          </p:nvSpPr>
          <p:spPr bwMode="auto">
            <a:xfrm>
              <a:off x="4838" y="1706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316"/>
            <p:cNvSpPr>
              <a:spLocks noChangeAspect="1" noChangeShapeType="1"/>
            </p:cNvSpPr>
            <p:nvPr/>
          </p:nvSpPr>
          <p:spPr bwMode="auto">
            <a:xfrm>
              <a:off x="1904" y="1677"/>
              <a:ext cx="0" cy="6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Text Box 313"/>
            <p:cNvSpPr txBox="1">
              <a:spLocks noChangeAspect="1" noChangeArrowheads="1"/>
            </p:cNvSpPr>
            <p:nvPr/>
          </p:nvSpPr>
          <p:spPr bwMode="auto">
            <a:xfrm>
              <a:off x="4106" y="1677"/>
              <a:ext cx="724" cy="77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3200"/>
                <a:t>4</a:t>
              </a:r>
              <a:endParaRPr lang="en-US" altLang="zh-CN"/>
            </a:p>
            <a:p>
              <a:pPr algn="ctr"/>
              <a:endParaRPr lang="en-US" altLang="en-US" i="1" baseline="-25000"/>
            </a:p>
            <a:p>
              <a:pPr algn="ctr"/>
              <a:r>
                <a:rPr lang="en-US" altLang="zh-CN" i="1"/>
                <a:t> 6.5</a:t>
              </a:r>
              <a:endParaRPr lang="en-US" altLang="zh-CN"/>
            </a:p>
          </p:txBody>
        </p:sp>
      </p:grpSp>
      <p:sp>
        <p:nvSpPr>
          <p:cNvPr id="35139" name="Text Box 323"/>
          <p:cNvSpPr txBox="1">
            <a:spLocks noChangeArrowheads="1"/>
          </p:cNvSpPr>
          <p:nvPr/>
        </p:nvSpPr>
        <p:spPr bwMode="auto">
          <a:xfrm>
            <a:off x="301625" y="938213"/>
            <a:ext cx="85598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3200" dirty="0"/>
              <a:t>        </a:t>
            </a:r>
            <a:r>
              <a:rPr lang="zh-CN" altLang="en-US" sz="3200" dirty="0">
                <a:solidFill>
                  <a:schemeClr val="tx1"/>
                </a:solidFill>
              </a:rPr>
              <a:t>设已知某汽车在启动时的速度值为</a:t>
            </a:r>
          </a:p>
        </p:txBody>
      </p:sp>
      <p:sp>
        <p:nvSpPr>
          <p:cNvPr id="35142" name="Text Box 326"/>
          <p:cNvSpPr txBox="1">
            <a:spLocks noChangeArrowheads="1"/>
          </p:cNvSpPr>
          <p:nvPr/>
        </p:nvSpPr>
        <p:spPr bwMode="auto">
          <a:xfrm>
            <a:off x="273050" y="3024188"/>
            <a:ext cx="880110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                          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求该汽车的速度变化函数</a:t>
            </a:r>
            <a:r>
              <a:rPr lang="en-US" altLang="en-US" sz="3200" i="1">
                <a:solidFill>
                  <a:schemeClr val="tx1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 i="1">
                <a:solidFill>
                  <a:schemeClr val="tx1"/>
                </a:solidFill>
              </a:rPr>
              <a:t>t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),</a:t>
            </a:r>
            <a:r>
              <a:rPr lang="zh-CN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使其满足:</a:t>
            </a:r>
            <a:r>
              <a:rPr lang="zh-CN" altLang="en-US" sz="3200" b="1">
                <a:latin typeface="宋体" panose="02010600030101010101" pitchFamily="2" charset="-122"/>
              </a:rPr>
              <a:t>      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en-US" sz="3200" b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141" name="Text Box 325"/>
          <p:cNvSpPr txBox="1">
            <a:spLocks noChangeArrowheads="1"/>
          </p:cNvSpPr>
          <p:nvPr/>
        </p:nvSpPr>
        <p:spPr bwMode="auto">
          <a:xfrm>
            <a:off x="188278" y="3024188"/>
            <a:ext cx="343408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</a:rPr>
              <a:t>函数插值</a:t>
            </a:r>
            <a:r>
              <a:rPr lang="zh-CN" altLang="en-US" sz="3200">
                <a:solidFill>
                  <a:schemeClr val="tx1"/>
                </a:solidFill>
              </a:rPr>
              <a:t>问题是</a:t>
            </a:r>
            <a:r>
              <a:rPr lang="zh-CN" altLang="en-US" sz="3200"/>
              <a:t>：</a:t>
            </a:r>
            <a:r>
              <a:rPr lang="zh-CN" altLang="en-US"/>
              <a:t> </a:t>
            </a:r>
          </a:p>
        </p:txBody>
      </p:sp>
      <p:sp>
        <p:nvSpPr>
          <p:cNvPr id="4" name="Text Box 326"/>
          <p:cNvSpPr txBox="1">
            <a:spLocks noChangeArrowheads="1"/>
          </p:cNvSpPr>
          <p:nvPr/>
        </p:nvSpPr>
        <p:spPr bwMode="auto">
          <a:xfrm>
            <a:off x="188595" y="4100513"/>
            <a:ext cx="880110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数值积分</a:t>
            </a:r>
            <a:r>
              <a:rPr lang="zh-CN" altLang="en-US" dirty="0">
                <a:solidFill>
                  <a:schemeClr val="tx1"/>
                </a:solidFill>
              </a:rPr>
              <a:t>问题是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求该汽车的位移变化函数</a:t>
            </a:r>
            <a:r>
              <a:rPr lang="en-US" altLang="en-US" sz="3200" i="1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 i="1" dirty="0">
                <a:solidFill>
                  <a:schemeClr val="tx1"/>
                </a:solidFill>
              </a:rPr>
              <a:t>t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),</a:t>
            </a:r>
            <a:r>
              <a:rPr lang="zh-CN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使其满足:</a:t>
            </a:r>
            <a:r>
              <a:rPr lang="zh-CN" altLang="en-US" sz="3200" b="1" dirty="0">
                <a:latin typeface="宋体" panose="02010600030101010101" pitchFamily="2" charset="-122"/>
              </a:rPr>
              <a:t> 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3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lang="en-US" altLang="en-US" sz="3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en-US" sz="32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326"/>
          <p:cNvSpPr txBox="1">
            <a:spLocks noChangeArrowheads="1"/>
          </p:cNvSpPr>
          <p:nvPr/>
        </p:nvSpPr>
        <p:spPr bwMode="auto">
          <a:xfrm>
            <a:off x="188595" y="5324158"/>
            <a:ext cx="880110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数值微分</a:t>
            </a:r>
            <a:r>
              <a:rPr lang="zh-CN" altLang="en-US">
                <a:solidFill>
                  <a:schemeClr val="tx1"/>
                </a:solidFill>
              </a:rPr>
              <a:t>问题是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求该汽车的加速度</a:t>
            </a:r>
            <a:r>
              <a:rPr lang="en-US" altLang="en-US" sz="3200" i="1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 i="1">
                <a:solidFill>
                  <a:schemeClr val="tx1"/>
                </a:solidFill>
              </a:rPr>
              <a:t>t</a:t>
            </a:r>
            <a:r>
              <a:rPr lang="en-US" altLang="en-US" i="1" baseline="-25000" dirty="0" err="1">
                <a:solidFill>
                  <a:schemeClr val="tx1"/>
                </a:solidFill>
                <a:sym typeface="+mn-ea"/>
              </a:rPr>
              <a:t>k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),</a:t>
            </a:r>
          </a:p>
          <a:p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使其满足:</a:t>
            </a:r>
            <a:r>
              <a:rPr lang="zh-CN" altLang="en-US" sz="3200" b="1">
                <a:latin typeface="宋体" panose="02010600030101010101" pitchFamily="2" charset="-122"/>
              </a:rPr>
              <a:t>     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lang="en-US" altLang="en-US" sz="3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en-US" sz="320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en-US" sz="32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en-US" sz="3200" b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39" grpId="0" autoUpdateAnimBg="0"/>
      <p:bldP spid="35142" grpId="0" autoUpdateAnimBg="0"/>
      <p:bldP spid="35141" grpId="0" autoUpdateAnimBg="0"/>
      <p:bldP spid="4" grpId="0" autoUpdateAnimBg="0"/>
      <p:bldP spid="7" grpId="0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sz="40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8.6</a:t>
            </a:r>
            <a:r>
              <a:rPr lang="en-US" altLang="zh-CN" sz="4000" b="1" u="none" dirty="0">
                <a:solidFill>
                  <a:schemeClr val="tx1"/>
                </a:solidFill>
              </a:rPr>
              <a:t> </a:t>
            </a:r>
            <a:r>
              <a:rPr lang="zh-CN" altLang="en-US" sz="4000" b="1" u="none" dirty="0">
                <a:solidFill>
                  <a:schemeClr val="tx1"/>
                </a:solidFill>
              </a:rPr>
              <a:t>数值微分</a:t>
            </a: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219200"/>
          </a:xfrm>
        </p:spPr>
        <p:txBody>
          <a:bodyPr vert="horz" wrap="square" lIns="91440" tIns="45720" rIns="91440" bIns="45720" anchor="t"/>
          <a:lstStyle/>
          <a:p>
            <a:pPr marL="0" indent="0" algn="just" eaLnBrk="1" hangingPunct="1">
              <a:lnSpc>
                <a:spcPct val="115000"/>
              </a:lnSpc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本节讨论数值微分。即对于定义在区间</a:t>
            </a:r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="1" dirty="0">
                <a:latin typeface="Times New Roman" panose="02020603050405020304" pitchFamily="18" charset="0"/>
              </a:rPr>
              <a:t>] </a:t>
            </a:r>
            <a:r>
              <a:rPr lang="zh-CN" altLang="en-US" sz="3200" b="1" dirty="0">
                <a:latin typeface="Times New Roman" panose="02020603050405020304" pitchFamily="18" charset="0"/>
              </a:rPr>
              <a:t>上，由列表给出的函数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3200" b="1" dirty="0"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="1" dirty="0">
                <a:latin typeface="Times New Roman" panose="02020603050405020304" pitchFamily="18" charset="0"/>
              </a:rPr>
              <a:t> 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</a:rPr>
              <a:t>：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38138" y="2667000"/>
            <a:ext cx="8272462" cy="1447800"/>
            <a:chOff x="-3" y="-3"/>
            <a:chExt cx="2224" cy="774"/>
          </a:xfrm>
        </p:grpSpPr>
        <p:grpSp>
          <p:nvGrpSpPr>
            <p:cNvPr id="102404" name="Group 5"/>
            <p:cNvGrpSpPr/>
            <p:nvPr/>
          </p:nvGrpSpPr>
          <p:grpSpPr>
            <a:xfrm>
              <a:off x="0" y="0"/>
              <a:ext cx="2218" cy="768"/>
              <a:chOff x="0" y="0"/>
              <a:chExt cx="2218" cy="768"/>
            </a:xfrm>
          </p:grpSpPr>
          <p:grpSp>
            <p:nvGrpSpPr>
              <p:cNvPr id="102405" name="Group 6"/>
              <p:cNvGrpSpPr/>
              <p:nvPr/>
            </p:nvGrpSpPr>
            <p:grpSpPr>
              <a:xfrm>
                <a:off x="0" y="0"/>
                <a:ext cx="446" cy="384"/>
                <a:chOff x="0" y="0"/>
                <a:chExt cx="446" cy="384"/>
              </a:xfrm>
            </p:grpSpPr>
            <p:sp>
              <p:nvSpPr>
                <p:cNvPr id="102406" name="Rectangle 7"/>
                <p:cNvSpPr/>
                <p:nvPr/>
              </p:nvSpPr>
              <p:spPr>
                <a:xfrm>
                  <a:off x="43" y="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i="1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k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07" name="Rectangle 8"/>
                <p:cNvSpPr/>
                <p:nvPr/>
              </p:nvSpPr>
              <p:spPr>
                <a:xfrm>
                  <a:off x="0" y="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08" name="Group 9"/>
              <p:cNvGrpSpPr/>
              <p:nvPr/>
            </p:nvGrpSpPr>
            <p:grpSpPr>
              <a:xfrm>
                <a:off x="446" y="0"/>
                <a:ext cx="446" cy="384"/>
                <a:chOff x="446" y="0"/>
                <a:chExt cx="446" cy="384"/>
              </a:xfrm>
            </p:grpSpPr>
            <p:sp>
              <p:nvSpPr>
                <p:cNvPr id="102409" name="Rectangle 10"/>
                <p:cNvSpPr/>
                <p:nvPr/>
              </p:nvSpPr>
              <p:spPr>
                <a:xfrm>
                  <a:off x="489" y="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10" name="Rectangle 11"/>
                <p:cNvSpPr/>
                <p:nvPr/>
              </p:nvSpPr>
              <p:spPr>
                <a:xfrm>
                  <a:off x="446" y="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11" name="Group 12"/>
              <p:cNvGrpSpPr/>
              <p:nvPr/>
            </p:nvGrpSpPr>
            <p:grpSpPr>
              <a:xfrm>
                <a:off x="892" y="0"/>
                <a:ext cx="446" cy="384"/>
                <a:chOff x="892" y="0"/>
                <a:chExt cx="446" cy="384"/>
              </a:xfrm>
            </p:grpSpPr>
            <p:sp>
              <p:nvSpPr>
                <p:cNvPr id="102412" name="Rectangle 13"/>
                <p:cNvSpPr/>
                <p:nvPr/>
              </p:nvSpPr>
              <p:spPr>
                <a:xfrm>
                  <a:off x="935" y="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13" name="Rectangle 14"/>
                <p:cNvSpPr/>
                <p:nvPr/>
              </p:nvSpPr>
              <p:spPr>
                <a:xfrm>
                  <a:off x="892" y="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14" name="Group 15"/>
              <p:cNvGrpSpPr/>
              <p:nvPr/>
            </p:nvGrpSpPr>
            <p:grpSpPr>
              <a:xfrm>
                <a:off x="1338" y="0"/>
                <a:ext cx="446" cy="384"/>
                <a:chOff x="1338" y="0"/>
                <a:chExt cx="446" cy="384"/>
              </a:xfrm>
            </p:grpSpPr>
            <p:sp>
              <p:nvSpPr>
                <p:cNvPr id="102415" name="Rectangle 16"/>
                <p:cNvSpPr/>
                <p:nvPr/>
              </p:nvSpPr>
              <p:spPr>
                <a:xfrm>
                  <a:off x="1381" y="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…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16" name="Rectangle 17"/>
                <p:cNvSpPr/>
                <p:nvPr/>
              </p:nvSpPr>
              <p:spPr>
                <a:xfrm>
                  <a:off x="1338" y="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17" name="Group 18"/>
              <p:cNvGrpSpPr/>
              <p:nvPr/>
            </p:nvGrpSpPr>
            <p:grpSpPr>
              <a:xfrm>
                <a:off x="1784" y="0"/>
                <a:ext cx="434" cy="384"/>
                <a:chOff x="1784" y="0"/>
                <a:chExt cx="434" cy="384"/>
              </a:xfrm>
            </p:grpSpPr>
            <p:sp>
              <p:nvSpPr>
                <p:cNvPr id="102418" name="Rectangle 19"/>
                <p:cNvSpPr/>
                <p:nvPr/>
              </p:nvSpPr>
              <p:spPr>
                <a:xfrm>
                  <a:off x="1827" y="0"/>
                  <a:ext cx="34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n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19" name="Rectangle 20"/>
                <p:cNvSpPr/>
                <p:nvPr/>
              </p:nvSpPr>
              <p:spPr>
                <a:xfrm>
                  <a:off x="1784" y="0"/>
                  <a:ext cx="43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20" name="Group 21"/>
              <p:cNvGrpSpPr/>
              <p:nvPr/>
            </p:nvGrpSpPr>
            <p:grpSpPr>
              <a:xfrm>
                <a:off x="0" y="384"/>
                <a:ext cx="446" cy="384"/>
                <a:chOff x="0" y="384"/>
                <a:chExt cx="446" cy="384"/>
              </a:xfrm>
            </p:grpSpPr>
            <p:sp>
              <p:nvSpPr>
                <p:cNvPr id="102421" name="Rectangle 22"/>
                <p:cNvSpPr/>
                <p:nvPr/>
              </p:nvSpPr>
              <p:spPr>
                <a:xfrm>
                  <a:off x="43" y="38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y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 = </a:t>
                  </a:r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f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(</a:t>
                  </a:r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i="1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k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)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22" name="Rectangle 23"/>
                <p:cNvSpPr/>
                <p:nvPr/>
              </p:nvSpPr>
              <p:spPr>
                <a:xfrm>
                  <a:off x="0" y="38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23" name="Group 24"/>
              <p:cNvGrpSpPr/>
              <p:nvPr/>
            </p:nvGrpSpPr>
            <p:grpSpPr>
              <a:xfrm>
                <a:off x="446" y="384"/>
                <a:ext cx="446" cy="384"/>
                <a:chOff x="446" y="384"/>
                <a:chExt cx="446" cy="384"/>
              </a:xfrm>
            </p:grpSpPr>
            <p:sp>
              <p:nvSpPr>
                <p:cNvPr id="102424" name="Rectangle 25"/>
                <p:cNvSpPr/>
                <p:nvPr/>
              </p:nvSpPr>
              <p:spPr>
                <a:xfrm>
                  <a:off x="489" y="38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f 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(</a:t>
                  </a:r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0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)</a:t>
                  </a: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25" name="Rectangle 26"/>
                <p:cNvSpPr/>
                <p:nvPr/>
              </p:nvSpPr>
              <p:spPr>
                <a:xfrm>
                  <a:off x="446" y="38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26" name="Group 27"/>
              <p:cNvGrpSpPr/>
              <p:nvPr/>
            </p:nvGrpSpPr>
            <p:grpSpPr>
              <a:xfrm>
                <a:off x="892" y="384"/>
                <a:ext cx="446" cy="384"/>
                <a:chOff x="892" y="384"/>
                <a:chExt cx="446" cy="384"/>
              </a:xfrm>
            </p:grpSpPr>
            <p:sp>
              <p:nvSpPr>
                <p:cNvPr id="102427" name="Rectangle 28"/>
                <p:cNvSpPr/>
                <p:nvPr/>
              </p:nvSpPr>
              <p:spPr>
                <a:xfrm>
                  <a:off x="935" y="38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f 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(</a:t>
                  </a:r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)</a:t>
                  </a: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28" name="Rectangle 29"/>
                <p:cNvSpPr/>
                <p:nvPr/>
              </p:nvSpPr>
              <p:spPr>
                <a:xfrm>
                  <a:off x="892" y="38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29" name="Group 30"/>
              <p:cNvGrpSpPr/>
              <p:nvPr/>
            </p:nvGrpSpPr>
            <p:grpSpPr>
              <a:xfrm>
                <a:off x="1338" y="384"/>
                <a:ext cx="446" cy="384"/>
                <a:chOff x="1338" y="384"/>
                <a:chExt cx="446" cy="384"/>
              </a:xfrm>
            </p:grpSpPr>
            <p:sp>
              <p:nvSpPr>
                <p:cNvPr id="102430" name="Rectangle 31"/>
                <p:cNvSpPr/>
                <p:nvPr/>
              </p:nvSpPr>
              <p:spPr>
                <a:xfrm>
                  <a:off x="1381" y="38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…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31" name="Rectangle 32"/>
                <p:cNvSpPr/>
                <p:nvPr/>
              </p:nvSpPr>
              <p:spPr>
                <a:xfrm>
                  <a:off x="1338" y="38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432" name="Group 33"/>
              <p:cNvGrpSpPr/>
              <p:nvPr/>
            </p:nvGrpSpPr>
            <p:grpSpPr>
              <a:xfrm>
                <a:off x="1784" y="384"/>
                <a:ext cx="434" cy="384"/>
                <a:chOff x="1784" y="384"/>
                <a:chExt cx="434" cy="384"/>
              </a:xfrm>
            </p:grpSpPr>
            <p:sp>
              <p:nvSpPr>
                <p:cNvPr id="102433" name="Rectangle 34"/>
                <p:cNvSpPr/>
                <p:nvPr/>
              </p:nvSpPr>
              <p:spPr>
                <a:xfrm>
                  <a:off x="1827" y="384"/>
                  <a:ext cx="34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f 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(</a:t>
                  </a:r>
                  <a:r>
                    <a: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)</a:t>
                  </a:r>
                </a:p>
                <a:p>
                  <a:pPr eaLnBrk="0" hangingPunct="0"/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2434" name="Rectangle 35"/>
                <p:cNvSpPr/>
                <p:nvPr/>
              </p:nvSpPr>
              <p:spPr>
                <a:xfrm>
                  <a:off x="1784" y="384"/>
                  <a:ext cx="43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eaLnBrk="0" hangingPunct="0"/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02435" name="Rectangle 36"/>
            <p:cNvSpPr/>
            <p:nvPr/>
          </p:nvSpPr>
          <p:spPr>
            <a:xfrm>
              <a:off x="-3" y="-3"/>
              <a:ext cx="2224" cy="774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eaLnBrk="0" hangingPunct="0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48165" name="Text Box 37"/>
          <p:cNvSpPr txBox="1"/>
          <p:nvPr/>
        </p:nvSpPr>
        <p:spPr>
          <a:xfrm>
            <a:off x="457200" y="4495800"/>
            <a:ext cx="53165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如何计算函数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的导数？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  <p:bldP spid="4816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3600" b="1" dirty="0"/>
              <a:t>1. </a:t>
            </a:r>
            <a:r>
              <a:rPr lang="zh-CN" altLang="en-US" sz="3600" b="1" dirty="0"/>
              <a:t>插值型数值微分公式</a:t>
            </a:r>
            <a:r>
              <a:rPr lang="zh-CN" altLang="en-US" dirty="0"/>
              <a:t> </a:t>
            </a: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457200" y="1447800"/>
            <a:ext cx="8264525" cy="1905000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lnSpc>
                <a:spcPct val="115000"/>
              </a:lnSpc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 </a:t>
            </a:r>
            <a:r>
              <a:rPr lang="zh-CN" altLang="en-US" sz="3200" dirty="0">
                <a:latin typeface="Times New Roman" panose="02020603050405020304" pitchFamily="18" charset="0"/>
              </a:rPr>
              <a:t>由上述列表函数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</a:rPr>
              <a:t>我们可以建立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的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</a:rPr>
              <a:t>次</a:t>
            </a:r>
            <a:r>
              <a:rPr lang="en-US" altLang="zh-CN" sz="3200" dirty="0">
                <a:latin typeface="Times New Roman" panose="02020603050405020304" pitchFamily="18" charset="0"/>
              </a:rPr>
              <a:t>Lagrange</a:t>
            </a:r>
            <a:r>
              <a:rPr lang="zh-CN" altLang="en-US" sz="3200" dirty="0">
                <a:latin typeface="Times New Roman" panose="02020603050405020304" pitchFamily="18" charset="0"/>
              </a:rPr>
              <a:t>插值多项式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), </a:t>
            </a:r>
            <a:r>
              <a:rPr lang="zh-CN" altLang="en-US" sz="3200" dirty="0">
                <a:latin typeface="Times New Roman" panose="02020603050405020304" pitchFamily="18" charset="0"/>
              </a:rPr>
              <a:t>根据 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32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), </a:t>
            </a:r>
            <a:r>
              <a:rPr lang="zh-CN" altLang="en-US" sz="3200" dirty="0">
                <a:latin typeface="Times New Roman" panose="02020603050405020304" pitchFamily="18" charset="0"/>
              </a:rPr>
              <a:t>可以得到插值型数值微分公式 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93186" name="Object 2"/>
          <p:cNvGraphicFramePr>
            <a:graphicFrameLocks/>
          </p:cNvGraphicFramePr>
          <p:nvPr/>
        </p:nvGraphicFramePr>
        <p:xfrm>
          <a:off x="1282700" y="3066415"/>
          <a:ext cx="6579235" cy="725170"/>
        </p:xfrm>
        <a:graphic>
          <a:graphicData uri="http://schemas.openxmlformats.org/presentationml/2006/ole">
            <p:oleObj spid="_x0000_s82945" r:id="rId4" imgW="2209680" imgH="228600" progId="Equation.3">
              <p:embed/>
            </p:oleObj>
          </a:graphicData>
        </a:graphic>
      </p:graphicFrame>
      <p:graphicFrame>
        <p:nvGraphicFramePr>
          <p:cNvPr id="93187" name="Object 3"/>
          <p:cNvGraphicFramePr>
            <a:graphicFrameLocks/>
          </p:cNvGraphicFramePr>
          <p:nvPr/>
        </p:nvGraphicFramePr>
        <p:xfrm>
          <a:off x="943610" y="3939540"/>
          <a:ext cx="7523480" cy="746760"/>
        </p:xfrm>
        <a:graphic>
          <a:graphicData uri="http://schemas.openxmlformats.org/presentationml/2006/ole">
            <p:oleObj spid="_x0000_s82946" r:id="rId5" imgW="2882880" imgH="241200" progId="Equation.3">
              <p:embed/>
            </p:oleObj>
          </a:graphicData>
        </a:graphic>
      </p:graphicFrame>
      <p:sp>
        <p:nvSpPr>
          <p:cNvPr id="50182" name="Text Box 6"/>
          <p:cNvSpPr txBox="1"/>
          <p:nvPr/>
        </p:nvSpPr>
        <p:spPr>
          <a:xfrm>
            <a:off x="533400" y="5272088"/>
            <a:ext cx="7759700" cy="57943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能否举个例子说明这样做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不总是合理的？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5018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由于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Lagrange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插值多项式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i="1" u="none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的余项为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0352" name="Object 1024"/>
          <p:cNvGraphicFramePr>
            <a:graphicFrameLocks/>
          </p:cNvGraphicFramePr>
          <p:nvPr/>
        </p:nvGraphicFramePr>
        <p:xfrm>
          <a:off x="732155" y="1092835"/>
          <a:ext cx="7877175" cy="1161415"/>
        </p:xfrm>
        <a:graphic>
          <a:graphicData uri="http://schemas.openxmlformats.org/presentationml/2006/ole">
            <p:oleObj spid="_x0000_s83969" r:id="rId4" imgW="3098520" imgH="444240" progId="">
              <p:embed/>
            </p:oleObj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457200" y="2209800"/>
            <a:ext cx="8077200" cy="1035050"/>
            <a:chOff x="288" y="1632"/>
            <a:chExt cx="5088" cy="652"/>
          </a:xfrm>
        </p:grpSpPr>
        <p:sp>
          <p:nvSpPr>
            <p:cNvPr id="106500" name="Text Box 5"/>
            <p:cNvSpPr txBox="1"/>
            <p:nvPr/>
          </p:nvSpPr>
          <p:spPr>
            <a:xfrm>
              <a:off x="288" y="1660"/>
              <a:ext cx="50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                                 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               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且依赖于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06501" name="Object 1027"/>
            <p:cNvGraphicFramePr>
              <a:graphicFrameLocks/>
            </p:cNvGraphicFramePr>
            <p:nvPr/>
          </p:nvGraphicFramePr>
          <p:xfrm>
            <a:off x="906" y="1632"/>
            <a:ext cx="2172" cy="652"/>
          </p:xfrm>
          <a:graphic>
            <a:graphicData uri="http://schemas.openxmlformats.org/presentationml/2006/ole">
              <p:oleObj spid="_x0000_s83970" r:id="rId5" imgW="32613600" imgH="10363200" progId="Equation.3">
                <p:embed/>
              </p:oleObj>
            </a:graphicData>
          </a:graphic>
        </p:graphicFrame>
        <p:graphicFrame>
          <p:nvGraphicFramePr>
            <p:cNvPr id="106502" name="Object 1028"/>
            <p:cNvGraphicFramePr>
              <a:graphicFrameLocks/>
            </p:cNvGraphicFramePr>
            <p:nvPr/>
          </p:nvGraphicFramePr>
          <p:xfrm>
            <a:off x="3120" y="1824"/>
            <a:ext cx="995" cy="307"/>
          </p:xfrm>
          <a:graphic>
            <a:graphicData uri="http://schemas.openxmlformats.org/presentationml/2006/ole">
              <p:oleObj spid="_x0000_s83971" r:id="rId6" imgW="14935200" imgH="4876800" progId="Equation.3">
                <p:embed/>
              </p:oleObj>
            </a:graphicData>
          </a:graphic>
        </p:graphicFrame>
      </p:grpSp>
      <p:sp>
        <p:nvSpPr>
          <p:cNvPr id="52232" name="Text Box 8"/>
          <p:cNvSpPr txBox="1"/>
          <p:nvPr/>
        </p:nvSpPr>
        <p:spPr>
          <a:xfrm>
            <a:off x="533400" y="3352800"/>
            <a:ext cx="431419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对式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(8.6.3)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两边求导得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533400" y="4038600"/>
            <a:ext cx="8075613" cy="1512888"/>
            <a:chOff x="384" y="2832"/>
            <a:chExt cx="5087" cy="953"/>
          </a:xfrm>
        </p:grpSpPr>
        <p:graphicFrame>
          <p:nvGraphicFramePr>
            <p:cNvPr id="106505" name="Object 1026"/>
            <p:cNvGraphicFramePr>
              <a:graphicFrameLocks/>
            </p:cNvGraphicFramePr>
            <p:nvPr/>
          </p:nvGraphicFramePr>
          <p:xfrm>
            <a:off x="384" y="2832"/>
            <a:ext cx="5064" cy="642"/>
          </p:xfrm>
          <a:graphic>
            <a:graphicData uri="http://schemas.openxmlformats.org/presentationml/2006/ole">
              <p:oleObj spid="_x0000_s83972" r:id="rId7" imgW="83515200" imgH="10668000" progId="Equation.3">
                <p:embed/>
              </p:oleObj>
            </a:graphicData>
          </a:graphic>
        </p:graphicFrame>
        <p:sp>
          <p:nvSpPr>
            <p:cNvPr id="106506" name="Text Box 11"/>
            <p:cNvSpPr txBox="1"/>
            <p:nvPr/>
          </p:nvSpPr>
          <p:spPr>
            <a:xfrm>
              <a:off x="4703" y="3456"/>
              <a:ext cx="7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(8.6.4) 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52236" name="AutoShape 12"/>
          <p:cNvSpPr/>
          <p:nvPr/>
        </p:nvSpPr>
        <p:spPr>
          <a:xfrm>
            <a:off x="762000" y="5715000"/>
            <a:ext cx="7620000" cy="533400"/>
          </a:xfrm>
          <a:prstGeom prst="wedgeRoundRectCallout">
            <a:avLst>
              <a:gd name="adj1" fmla="val -47333"/>
              <a:gd name="adj2" fmla="val -19285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误差估计式中含有不确定函数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ξ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的导数</a:t>
            </a:r>
            <a:endParaRPr lang="zh-CN" alt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Group 13"/>
          <p:cNvGrpSpPr/>
          <p:nvPr/>
        </p:nvGrpSpPr>
        <p:grpSpPr>
          <a:xfrm>
            <a:off x="6324600" y="3048000"/>
            <a:ext cx="1917700" cy="519113"/>
            <a:chOff x="3408" y="2241"/>
            <a:chExt cx="1208" cy="327"/>
          </a:xfrm>
        </p:grpSpPr>
        <p:graphicFrame>
          <p:nvGraphicFramePr>
            <p:cNvPr id="106509" name="Object 1025"/>
            <p:cNvGraphicFramePr>
              <a:graphicFrameLocks/>
            </p:cNvGraphicFramePr>
            <p:nvPr/>
          </p:nvGraphicFramePr>
          <p:xfrm>
            <a:off x="4176" y="2286"/>
            <a:ext cx="440" cy="282"/>
          </p:xfrm>
          <a:graphic>
            <a:graphicData uri="http://schemas.openxmlformats.org/presentationml/2006/ole">
              <p:oleObj spid="_x0000_s83973" r:id="rId8" imgW="7620000" imgH="4876800" progId="">
                <p:embed/>
              </p:oleObj>
            </a:graphicData>
          </a:graphic>
        </p:graphicFrame>
        <p:sp>
          <p:nvSpPr>
            <p:cNvPr id="106510" name="Text Box 15"/>
            <p:cNvSpPr txBox="1"/>
            <p:nvPr/>
          </p:nvSpPr>
          <p:spPr>
            <a:xfrm>
              <a:off x="3408" y="2241"/>
              <a:ext cx="794" cy="327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latin typeface="Comic Sans MS" panose="030F0702030302020204" pitchFamily="66" charset="0"/>
                </a:rPr>
                <a:t>可记为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/>
      <p:bldP spid="52236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304800" y="533400"/>
            <a:ext cx="83058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>
              <a:lnSpc>
                <a:spcPct val="120000"/>
              </a:lnSpc>
            </a:pP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但当计算插值节点处的导数时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因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ω</a:t>
            </a:r>
            <a:r>
              <a:rPr lang="en-US" altLang="zh-CN" i="1" u="none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i="1" u="none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) = 0,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这时数值导数的余项公式可以表示为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4275" name="Object 3"/>
          <p:cNvGraphicFramePr>
            <a:graphicFrameLocks/>
          </p:cNvGraphicFramePr>
          <p:nvPr/>
        </p:nvGraphicFramePr>
        <p:xfrm>
          <a:off x="203835" y="1744980"/>
          <a:ext cx="8735695" cy="2224405"/>
        </p:xfrm>
        <a:graphic>
          <a:graphicData uri="http://schemas.openxmlformats.org/presentationml/2006/ole">
            <p:oleObj spid="_x0000_s84993" r:id="rId4" imgW="3047760" imgH="1015920" progId="Equation.3">
              <p:embed/>
            </p:oleObj>
          </a:graphicData>
        </a:graphic>
      </p:graphicFrame>
      <p:sp>
        <p:nvSpPr>
          <p:cNvPr id="54276" name="Text Box 4"/>
          <p:cNvSpPr txBox="1"/>
          <p:nvPr/>
        </p:nvSpPr>
        <p:spPr>
          <a:xfrm>
            <a:off x="374650" y="4038600"/>
            <a:ext cx="808355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从而可以对</a:t>
            </a: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  <a:ea typeface="华文隶书" panose="02010800040101010101" pitchFamily="2" charset="-122"/>
              </a:rPr>
              <a:t>节点</a:t>
            </a: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处误差作出适当的估计</a:t>
            </a:r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</a:rPr>
              <a:t>.</a:t>
            </a:r>
            <a:r>
              <a:rPr lang="en-US" altLang="zh-CN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54277" name="Text Box 5"/>
          <p:cNvSpPr txBox="1"/>
          <p:nvPr/>
        </p:nvSpPr>
        <p:spPr>
          <a:xfrm>
            <a:off x="250825" y="4738688"/>
            <a:ext cx="8458200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下面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我们在等距节点情况下讨论函数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在插值节点处导数的求法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57200" y="152400"/>
            <a:ext cx="8075613" cy="1512888"/>
            <a:chOff x="384" y="2832"/>
            <a:chExt cx="5087" cy="953"/>
          </a:xfrm>
        </p:grpSpPr>
        <p:graphicFrame>
          <p:nvGraphicFramePr>
            <p:cNvPr id="108550" name="Object 7"/>
            <p:cNvGraphicFramePr>
              <a:graphicFrameLocks/>
            </p:cNvGraphicFramePr>
            <p:nvPr/>
          </p:nvGraphicFramePr>
          <p:xfrm>
            <a:off x="384" y="2832"/>
            <a:ext cx="5064" cy="642"/>
          </p:xfrm>
          <a:graphic>
            <a:graphicData uri="http://schemas.openxmlformats.org/presentationml/2006/ole">
              <p:oleObj spid="_x0000_s84994" r:id="rId5" imgW="83515200" imgH="10668000" progId="Equation.3">
                <p:embed/>
              </p:oleObj>
            </a:graphicData>
          </a:graphic>
        </p:graphicFrame>
        <p:sp>
          <p:nvSpPr>
            <p:cNvPr id="108551" name="Text Box 8"/>
            <p:cNvSpPr txBox="1"/>
            <p:nvPr/>
          </p:nvSpPr>
          <p:spPr>
            <a:xfrm>
              <a:off x="4703" y="3456"/>
              <a:ext cx="768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50000">
                  <a:schemeClr val="accent1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(8.6.4)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54276" grpId="0"/>
      <p:bldP spid="54277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3600" b="1" u="none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两点数值微分公式</a:t>
            </a:r>
            <a:r>
              <a:rPr lang="zh-CN" altLang="en-US" u="none" dirty="0">
                <a:latin typeface="Times New Roman" panose="02020603050405020304" pitchFamily="18" charset="0"/>
              </a:rPr>
              <a:t> </a:t>
            </a:r>
            <a:endParaRPr lang="zh-CN" altLang="en-US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1981200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lnSpc>
                <a:spcPct val="120000"/>
              </a:lnSpc>
              <a:spcAft>
                <a:spcPct val="20000"/>
              </a:spcAft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</a:t>
            </a:r>
            <a:r>
              <a:rPr lang="zh-CN" altLang="en-US" sz="3200" dirty="0">
                <a:latin typeface="Times New Roman" panose="02020603050405020304" pitchFamily="18" charset="0"/>
              </a:rPr>
              <a:t>已知在两个插值节点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上的函数值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), 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), </a:t>
            </a:r>
            <a:r>
              <a:rPr lang="zh-CN" altLang="en-US" sz="3200" dirty="0">
                <a:latin typeface="Times New Roman" panose="02020603050405020304" pitchFamily="18" charset="0"/>
              </a:rPr>
              <a:t>要计算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在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处的导数</a:t>
            </a:r>
            <a:r>
              <a:rPr lang="en-US" altLang="zh-CN" sz="3200" dirty="0">
                <a:latin typeface="Times New Roman" panose="02020603050405020304" pitchFamily="18" charset="0"/>
              </a:rPr>
              <a:t>. </a:t>
            </a:r>
            <a:r>
              <a:rPr lang="zh-CN" altLang="en-US" sz="3200" dirty="0">
                <a:latin typeface="Times New Roman" panose="02020603050405020304" pitchFamily="18" charset="0"/>
              </a:rPr>
              <a:t>由线性插值公式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3732" name="Object 4"/>
          <p:cNvGraphicFramePr>
            <a:graphicFrameLocks/>
          </p:cNvGraphicFramePr>
          <p:nvPr/>
        </p:nvGraphicFramePr>
        <p:xfrm>
          <a:off x="1524000" y="2590800"/>
          <a:ext cx="6067425" cy="1171575"/>
        </p:xfrm>
        <a:graphic>
          <a:graphicData uri="http://schemas.openxmlformats.org/presentationml/2006/ole">
            <p:oleObj spid="_x0000_s86017" r:id="rId4" imgW="58826400" imgH="11277600" progId="Equation.3">
              <p:embed/>
            </p:oleObj>
          </a:graphicData>
        </a:graphic>
      </p:graphicFrame>
      <p:sp>
        <p:nvSpPr>
          <p:cNvPr id="55301" name="Text Box 5"/>
          <p:cNvSpPr txBox="1"/>
          <p:nvPr/>
        </p:nvSpPr>
        <p:spPr>
          <a:xfrm>
            <a:off x="228600" y="3733800"/>
            <a:ext cx="52403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,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将上式求导得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3733" name="Object 5"/>
          <p:cNvGraphicFramePr>
            <a:graphicFrameLocks/>
          </p:cNvGraphicFramePr>
          <p:nvPr/>
        </p:nvGraphicFramePr>
        <p:xfrm>
          <a:off x="1908175" y="4437063"/>
          <a:ext cx="5405438" cy="1047750"/>
        </p:xfrm>
        <a:graphic>
          <a:graphicData uri="http://schemas.openxmlformats.org/presentationml/2006/ole">
            <p:oleObj spid="_x0000_s86018" r:id="rId5" imgW="51816000" imgH="10058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  <p:bldP spid="5530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7772400" cy="8382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由余项公式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(8.6.5)</a:t>
            </a:r>
            <a:endParaRPr lang="en-US" altLang="zh-CN" sz="4800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9093" name="Object 5"/>
          <p:cNvGraphicFramePr>
            <a:graphicFrameLocks/>
          </p:cNvGraphicFramePr>
          <p:nvPr/>
        </p:nvGraphicFramePr>
        <p:xfrm>
          <a:off x="3851275" y="333375"/>
          <a:ext cx="4965700" cy="1395413"/>
        </p:xfrm>
        <a:graphic>
          <a:graphicData uri="http://schemas.openxmlformats.org/presentationml/2006/ole">
            <p:oleObj spid="_x0000_s87041" r:id="rId4" imgW="47548800" imgH="13411200" progId="Equation.3">
              <p:embed/>
            </p:oleObj>
          </a:graphicData>
        </a:graphic>
      </p:graphicFrame>
      <p:sp>
        <p:nvSpPr>
          <p:cNvPr id="56324" name="Text Box 4"/>
          <p:cNvSpPr txBox="1"/>
          <p:nvPr/>
        </p:nvSpPr>
        <p:spPr>
          <a:xfrm>
            <a:off x="400050" y="1325563"/>
            <a:ext cx="10033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chemeClr val="tx2"/>
                </a:solidFill>
                <a:latin typeface="Comic Sans MS" panose="030F0702030302020204" pitchFamily="66" charset="0"/>
              </a:rPr>
              <a:t>可得</a:t>
            </a:r>
          </a:p>
        </p:txBody>
      </p:sp>
      <p:graphicFrame>
        <p:nvGraphicFramePr>
          <p:cNvPr id="89094" name="Object 6"/>
          <p:cNvGraphicFramePr>
            <a:graphicFrameLocks/>
          </p:cNvGraphicFramePr>
          <p:nvPr/>
        </p:nvGraphicFramePr>
        <p:xfrm>
          <a:off x="871220" y="1465580"/>
          <a:ext cx="6617335" cy="959485"/>
        </p:xfrm>
        <a:graphic>
          <a:graphicData uri="http://schemas.openxmlformats.org/presentationml/2006/ole">
            <p:oleObj spid="_x0000_s87042" r:id="rId5" imgW="3466800" imgH="419040" progId="">
              <p:embed/>
            </p:oleObj>
          </a:graphicData>
        </a:graphic>
      </p:graphicFrame>
      <p:graphicFrame>
        <p:nvGraphicFramePr>
          <p:cNvPr id="89095" name="Object 7"/>
          <p:cNvGraphicFramePr>
            <a:graphicFrameLocks/>
          </p:cNvGraphicFramePr>
          <p:nvPr/>
        </p:nvGraphicFramePr>
        <p:xfrm>
          <a:off x="0" y="2914650"/>
          <a:ext cx="7900035" cy="860425"/>
        </p:xfrm>
        <a:graphic>
          <a:graphicData uri="http://schemas.openxmlformats.org/presentationml/2006/ole">
            <p:oleObj spid="_x0000_s87043" r:id="rId6" imgW="3314520" imgH="419040" progId="Equation.3">
              <p:embed/>
            </p:oleObj>
          </a:graphicData>
        </a:graphic>
      </p:graphicFrame>
      <p:graphicFrame>
        <p:nvGraphicFramePr>
          <p:cNvPr id="89096" name="Object 8"/>
          <p:cNvGraphicFramePr>
            <a:graphicFrameLocks/>
          </p:cNvGraphicFramePr>
          <p:nvPr/>
        </p:nvGraphicFramePr>
        <p:xfrm>
          <a:off x="404813" y="4652963"/>
          <a:ext cx="3773487" cy="1047750"/>
        </p:xfrm>
        <a:graphic>
          <a:graphicData uri="http://schemas.openxmlformats.org/presentationml/2006/ole">
            <p:oleObj spid="_x0000_s87044" r:id="rId7" imgW="36271200" imgH="10058400" progId="Equation.3">
              <p:embed/>
            </p:oleObj>
          </a:graphicData>
        </a:graphic>
      </p:graphicFrame>
      <p:sp>
        <p:nvSpPr>
          <p:cNvPr id="56328" name="AutoShape 8"/>
          <p:cNvSpPr/>
          <p:nvPr/>
        </p:nvSpPr>
        <p:spPr>
          <a:xfrm>
            <a:off x="6685280" y="1728788"/>
            <a:ext cx="1752600" cy="1439862"/>
          </a:xfrm>
          <a:prstGeom prst="wedgeRectCallout">
            <a:avLst>
              <a:gd name="adj1" fmla="val -117120"/>
              <a:gd name="adj2" fmla="val 42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zh-CN" altLang="en-US" sz="2800" b="1" dirty="0">
                <a:latin typeface="Comic Sans MS" panose="030F0702030302020204" pitchFamily="66" charset="0"/>
              </a:rPr>
              <a:t>带余项的两点数值微分公式</a:t>
            </a:r>
            <a:r>
              <a:rPr lang="zh-CN" altLang="en-US" sz="2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56329" name="Text Box 9"/>
          <p:cNvSpPr txBox="1"/>
          <p:nvPr/>
        </p:nvSpPr>
        <p:spPr>
          <a:xfrm>
            <a:off x="395288" y="3860800"/>
            <a:ext cx="6596062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latin typeface="Comic Sans MS" panose="030F0702030302020204" pitchFamily="66" charset="0"/>
              </a:rPr>
              <a:t>若略去余项</a:t>
            </a:r>
            <a:r>
              <a:rPr lang="en-US" altLang="zh-CN" b="1" dirty="0">
                <a:latin typeface="Comic Sans MS" panose="030F0702030302020204" pitchFamily="66" charset="0"/>
              </a:rPr>
              <a:t>, </a:t>
            </a:r>
            <a:r>
              <a:rPr lang="zh-CN" altLang="en-US" b="1" dirty="0">
                <a:latin typeface="Comic Sans MS" panose="030F0702030302020204" pitchFamily="66" charset="0"/>
              </a:rPr>
              <a:t>可得</a:t>
            </a: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两点数值微分公式</a:t>
            </a:r>
            <a:r>
              <a:rPr lang="zh-CN" altLang="en-US" sz="2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56330" name="AutoShape 10"/>
          <p:cNvSpPr/>
          <p:nvPr/>
        </p:nvSpPr>
        <p:spPr>
          <a:xfrm>
            <a:off x="7092950" y="3573463"/>
            <a:ext cx="1800225" cy="1008062"/>
          </a:xfrm>
          <a:prstGeom prst="wedgeRoundRectCallout">
            <a:avLst>
              <a:gd name="adj1" fmla="val -61903"/>
              <a:gd name="adj2" fmla="val -858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zh-CN" altLang="en-US" sz="2800" b="1" dirty="0">
                <a:latin typeface="Comic Sans MS" panose="030F0702030302020204" pitchFamily="66" charset="0"/>
              </a:rPr>
              <a:t>截断误差为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latin typeface="Comic Sans MS" panose="030F0702030302020204" pitchFamily="66" charset="0"/>
              </a:rPr>
              <a:t>) .</a:t>
            </a:r>
          </a:p>
        </p:txBody>
      </p:sp>
      <p:sp>
        <p:nvSpPr>
          <p:cNvPr id="56331" name="Text Box 11"/>
          <p:cNvSpPr txBox="1"/>
          <p:nvPr/>
        </p:nvSpPr>
        <p:spPr>
          <a:xfrm>
            <a:off x="508000" y="5873750"/>
            <a:ext cx="3200400" cy="5794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>
              <a:buSzTx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注：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89090" name="Object 2"/>
          <p:cNvGraphicFramePr>
            <a:graphicFrameLocks/>
          </p:cNvGraphicFramePr>
          <p:nvPr/>
        </p:nvGraphicFramePr>
        <p:xfrm>
          <a:off x="404813" y="2481898"/>
          <a:ext cx="5087937" cy="984250"/>
        </p:xfrm>
        <a:graphic>
          <a:graphicData uri="http://schemas.openxmlformats.org/presentationml/2006/ole">
            <p:oleObj spid="_x0000_s87045" r:id="rId8" imgW="48768000" imgH="9448800" progId="Equation.3">
              <p:embed/>
            </p:oleObj>
          </a:graphicData>
        </a:graphic>
      </p:graphicFrame>
      <p:sp>
        <p:nvSpPr>
          <p:cNvPr id="89091" name="Text Box 3"/>
          <p:cNvSpPr txBox="1"/>
          <p:nvPr/>
        </p:nvSpPr>
        <p:spPr>
          <a:xfrm>
            <a:off x="379413" y="2852738"/>
            <a:ext cx="18161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chemeClr val="tx2"/>
                </a:solidFill>
                <a:latin typeface="Comic Sans MS" panose="030F0702030302020204" pitchFamily="66" charset="0"/>
              </a:rPr>
              <a:t>类似可得</a:t>
            </a:r>
          </a:p>
        </p:txBody>
      </p:sp>
      <p:graphicFrame>
        <p:nvGraphicFramePr>
          <p:cNvPr id="89092" name="Object 4"/>
          <p:cNvGraphicFramePr>
            <a:graphicFrameLocks/>
          </p:cNvGraphicFramePr>
          <p:nvPr/>
        </p:nvGraphicFramePr>
        <p:xfrm>
          <a:off x="4284663" y="4581525"/>
          <a:ext cx="3614737" cy="1047750"/>
        </p:xfrm>
        <a:graphic>
          <a:graphicData uri="http://schemas.openxmlformats.org/presentationml/2006/ole">
            <p:oleObj spid="_x0000_s87046" r:id="rId9" imgW="34747200" imgH="10058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10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/>
      <p:bldP spid="56328" grpId="0" bldLvl="0" animBg="1"/>
      <p:bldP spid="56329" grpId="0"/>
      <p:bldP spid="56330" grpId="0" animBg="1"/>
      <p:bldP spid="56331" grpId="0" animBg="1"/>
      <p:bldP spid="8909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/>
          </p:cNvSpPr>
          <p:nvPr>
            <p:ph type="title"/>
          </p:nvPr>
        </p:nvSpPr>
        <p:spPr>
          <a:xfrm>
            <a:off x="304800" y="228600"/>
            <a:ext cx="7848600" cy="6096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3600" b="1" dirty="0"/>
              <a:t>3. </a:t>
            </a:r>
            <a:r>
              <a:rPr lang="zh-CN" altLang="en-US" sz="3600" b="1" dirty="0"/>
              <a:t>三点数值微分公式</a:t>
            </a:r>
            <a:endParaRPr lang="zh-CN" altLang="en-US" sz="3600" dirty="0"/>
          </a:p>
        </p:txBody>
      </p:sp>
      <p:grpSp>
        <p:nvGrpSpPr>
          <p:cNvPr id="2" name="Group 3"/>
          <p:cNvGrpSpPr/>
          <p:nvPr/>
        </p:nvGrpSpPr>
        <p:grpSpPr>
          <a:xfrm>
            <a:off x="304800" y="762000"/>
            <a:ext cx="8458200" cy="1260475"/>
            <a:chOff x="192" y="542"/>
            <a:chExt cx="5328" cy="794"/>
          </a:xfrm>
        </p:grpSpPr>
        <p:sp>
          <p:nvSpPr>
            <p:cNvPr id="112643" name="Text Box 4"/>
            <p:cNvSpPr txBox="1"/>
            <p:nvPr/>
          </p:nvSpPr>
          <p:spPr>
            <a:xfrm>
              <a:off x="192" y="542"/>
              <a:ext cx="5328" cy="7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已知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在三点                                                处的函数值分别为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),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和</a:t>
              </a:r>
              <a:r>
                <a:rPr lang="zh-CN" altLang="en-US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).  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12644" name="Object 5"/>
            <p:cNvGraphicFramePr>
              <a:graphicFrameLocks/>
            </p:cNvGraphicFramePr>
            <p:nvPr/>
          </p:nvGraphicFramePr>
          <p:xfrm>
            <a:off x="2592" y="624"/>
            <a:ext cx="2711" cy="358"/>
          </p:xfrm>
          <a:graphic>
            <a:graphicData uri="http://schemas.openxmlformats.org/presentationml/2006/ole">
              <p:oleObj spid="_x0000_s88065" r:id="rId4" imgW="41452800" imgH="5486400" progId="Equation.3">
                <p:embed/>
              </p:oleObj>
            </a:graphicData>
          </a:graphic>
        </p:graphicFrame>
      </p:grpSp>
      <p:graphicFrame>
        <p:nvGraphicFramePr>
          <p:cNvPr id="57350" name="Object 6"/>
          <p:cNvGraphicFramePr>
            <a:graphicFrameLocks/>
          </p:cNvGraphicFramePr>
          <p:nvPr/>
        </p:nvGraphicFramePr>
        <p:xfrm>
          <a:off x="304800" y="2133600"/>
          <a:ext cx="8636000" cy="2224088"/>
        </p:xfrm>
        <a:graphic>
          <a:graphicData uri="http://schemas.openxmlformats.org/presentationml/2006/ole">
            <p:oleObj spid="_x0000_s88066" r:id="rId5" imgW="82905600" imgH="21336000" progId="Equation.3">
              <p:embed/>
            </p:oleObj>
          </a:graphicData>
        </a:graphic>
      </p:graphicFrame>
      <p:sp>
        <p:nvSpPr>
          <p:cNvPr id="57351" name="Text Box 7"/>
          <p:cNvSpPr txBox="1"/>
          <p:nvPr/>
        </p:nvSpPr>
        <p:spPr>
          <a:xfrm>
            <a:off x="212725" y="4419600"/>
            <a:ext cx="3521075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上式对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求导数得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7352" name="Object 8"/>
          <p:cNvGraphicFramePr>
            <a:graphicFrameLocks/>
          </p:cNvGraphicFramePr>
          <p:nvPr/>
        </p:nvGraphicFramePr>
        <p:xfrm>
          <a:off x="453390" y="4885690"/>
          <a:ext cx="7966075" cy="1972310"/>
        </p:xfrm>
        <a:graphic>
          <a:graphicData uri="http://schemas.openxmlformats.org/presentationml/2006/ole">
            <p:oleObj spid="_x0000_s88067" r:id="rId6" imgW="3149280" imgH="812520" progId="Equation.3">
              <p:embed/>
            </p:oleObj>
          </a:graphicData>
        </a:graphic>
      </p:graphicFrame>
      <p:grpSp>
        <p:nvGrpSpPr>
          <p:cNvPr id="3" name="Group 9"/>
          <p:cNvGrpSpPr/>
          <p:nvPr/>
        </p:nvGrpSpPr>
        <p:grpSpPr>
          <a:xfrm>
            <a:off x="304800" y="1447800"/>
            <a:ext cx="8194675" cy="1136650"/>
            <a:chOff x="192" y="912"/>
            <a:chExt cx="5162" cy="716"/>
          </a:xfrm>
        </p:grpSpPr>
        <p:sp>
          <p:nvSpPr>
            <p:cNvPr id="112649" name="Text Box 10"/>
            <p:cNvSpPr txBox="1"/>
            <p:nvPr/>
          </p:nvSpPr>
          <p:spPr>
            <a:xfrm>
              <a:off x="192" y="1260"/>
              <a:ext cx="270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次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Lagrange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插值多项式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2650" name="Text Box 11"/>
            <p:cNvSpPr txBox="1"/>
            <p:nvPr/>
          </p:nvSpPr>
          <p:spPr>
            <a:xfrm>
              <a:off x="4464" y="912"/>
              <a:ext cx="8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则由二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1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762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</a:rPr>
              <a:t>从而由</a:t>
            </a:r>
          </a:p>
        </p:txBody>
      </p:sp>
      <p:graphicFrame>
        <p:nvGraphicFramePr>
          <p:cNvPr id="101376" name="Object 1024"/>
          <p:cNvGraphicFramePr>
            <a:graphicFrameLocks/>
          </p:cNvGraphicFramePr>
          <p:nvPr/>
        </p:nvGraphicFramePr>
        <p:xfrm>
          <a:off x="1295400" y="3000375"/>
          <a:ext cx="6542088" cy="3019425"/>
        </p:xfrm>
        <a:graphic>
          <a:graphicData uri="http://schemas.openxmlformats.org/presentationml/2006/ole">
            <p:oleObj spid="_x0000_s89089" r:id="rId4" imgW="62484000" imgH="28956000" progId="Equation.3">
              <p:embed/>
            </p:oleObj>
          </a:graphicData>
        </a:graphic>
      </p:graphicFrame>
      <p:sp>
        <p:nvSpPr>
          <p:cNvPr id="58373" name="Text Box 5"/>
          <p:cNvSpPr txBox="1"/>
          <p:nvPr/>
        </p:nvSpPr>
        <p:spPr>
          <a:xfrm>
            <a:off x="517525" y="3124200"/>
            <a:ext cx="5937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chemeClr val="tx2"/>
                </a:solidFill>
                <a:latin typeface="Comic Sans MS" panose="030F0702030302020204" pitchFamily="66" charset="0"/>
              </a:rPr>
              <a:t>有</a:t>
            </a:r>
          </a:p>
        </p:txBody>
      </p:sp>
      <p:graphicFrame>
        <p:nvGraphicFramePr>
          <p:cNvPr id="101377" name="Object 1025"/>
          <p:cNvGraphicFramePr>
            <a:graphicFrameLocks/>
          </p:cNvGraphicFramePr>
          <p:nvPr/>
        </p:nvGraphicFramePr>
        <p:xfrm>
          <a:off x="308610" y="1430020"/>
          <a:ext cx="8664575" cy="1694180"/>
        </p:xfrm>
        <a:graphic>
          <a:graphicData uri="http://schemas.openxmlformats.org/presentationml/2006/ole">
            <p:oleObj spid="_x0000_s89090" r:id="rId5" imgW="3149280" imgH="8125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0" name="Object 0"/>
          <p:cNvGraphicFramePr>
            <a:graphicFrameLocks/>
          </p:cNvGraphicFramePr>
          <p:nvPr/>
        </p:nvGraphicFramePr>
        <p:xfrm>
          <a:off x="1235075" y="2133600"/>
          <a:ext cx="6600825" cy="1047750"/>
        </p:xfrm>
        <a:graphic>
          <a:graphicData uri="http://schemas.openxmlformats.org/presentationml/2006/ole">
            <p:oleObj spid="_x0000_s90113" r:id="rId4" imgW="63398400" imgH="10058400" progId="Equation.3">
              <p:embed/>
            </p:oleObj>
          </a:graphicData>
        </a:graphic>
      </p:graphicFrame>
      <p:graphicFrame>
        <p:nvGraphicFramePr>
          <p:cNvPr id="102401" name="Object 1"/>
          <p:cNvGraphicFramePr>
            <a:graphicFrameLocks/>
          </p:cNvGraphicFramePr>
          <p:nvPr/>
        </p:nvGraphicFramePr>
        <p:xfrm>
          <a:off x="1204913" y="3200400"/>
          <a:ext cx="6600825" cy="1047750"/>
        </p:xfrm>
        <a:graphic>
          <a:graphicData uri="http://schemas.openxmlformats.org/presentationml/2006/ole">
            <p:oleObj spid="_x0000_s90114" r:id="rId5" imgW="63398400" imgH="10058400" progId="Equation.3">
              <p:embed/>
            </p:oleObj>
          </a:graphicData>
        </a:graphic>
      </p:graphicFrame>
      <p:graphicFrame>
        <p:nvGraphicFramePr>
          <p:cNvPr id="102402" name="Object 2"/>
          <p:cNvGraphicFramePr>
            <a:graphicFrameLocks/>
          </p:cNvGraphicFramePr>
          <p:nvPr/>
        </p:nvGraphicFramePr>
        <p:xfrm>
          <a:off x="1143000" y="4343400"/>
          <a:ext cx="6664325" cy="1047750"/>
        </p:xfrm>
        <a:graphic>
          <a:graphicData uri="http://schemas.openxmlformats.org/presentationml/2006/ole">
            <p:oleObj spid="_x0000_s90115" r:id="rId6" imgW="64008000" imgH="10058400" progId="Equation.3">
              <p:embed/>
            </p:oleObj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381000" y="228600"/>
            <a:ext cx="8016875" cy="2060576"/>
            <a:chOff x="422" y="2640"/>
            <a:chExt cx="5050" cy="1298"/>
          </a:xfrm>
        </p:grpSpPr>
        <p:sp>
          <p:nvSpPr>
            <p:cNvPr id="114693" name="Text Box 7"/>
            <p:cNvSpPr txBox="1"/>
            <p:nvPr/>
          </p:nvSpPr>
          <p:spPr>
            <a:xfrm>
              <a:off x="422" y="2640"/>
              <a:ext cx="5050" cy="129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lnSpc>
                  <a:spcPct val="20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由式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(8.6.5)                                                  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可得带余项的三点数值微分公式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14694" name="Object 3"/>
            <p:cNvGraphicFramePr>
              <a:graphicFrameLocks/>
            </p:cNvGraphicFramePr>
            <p:nvPr/>
          </p:nvGraphicFramePr>
          <p:xfrm>
            <a:off x="1872" y="2688"/>
            <a:ext cx="3128" cy="879"/>
          </p:xfrm>
          <a:graphic>
            <a:graphicData uri="http://schemas.openxmlformats.org/presentationml/2006/ole">
              <p:oleObj spid="_x0000_s90116" r:id="rId7" imgW="47548800" imgH="134112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latin typeface="Times New Roman" panose="02020603050405020304" pitchFamily="18" charset="0"/>
              </a:rPr>
              <a:t>若略去余项</a:t>
            </a:r>
            <a:r>
              <a:rPr lang="en-US" altLang="zh-CN" b="1" u="none" dirty="0">
                <a:latin typeface="Times New Roman" panose="02020603050405020304" pitchFamily="18" charset="0"/>
              </a:rPr>
              <a:t>, </a:t>
            </a:r>
            <a:r>
              <a:rPr lang="zh-CN" altLang="en-US" b="1" u="none" dirty="0">
                <a:latin typeface="Times New Roman" panose="02020603050405020304" pitchFamily="18" charset="0"/>
              </a:rPr>
              <a:t>有</a:t>
            </a:r>
            <a:r>
              <a:rPr lang="zh-CN" altLang="en-US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三点数值微分公式</a:t>
            </a:r>
            <a:endParaRPr lang="zh-CN" altLang="en-US" b="1" u="none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1281113" y="1600200"/>
          <a:ext cx="6569075" cy="982663"/>
        </p:xfrm>
        <a:graphic>
          <a:graphicData uri="http://schemas.openxmlformats.org/presentationml/2006/ole">
            <p:oleObj spid="_x0000_s91137" r:id="rId4" imgW="63093600" imgH="9448800" progId="Equation.3">
              <p:embed/>
            </p:oleObj>
          </a:graphicData>
        </a:graphic>
      </p:graphicFrame>
      <p:graphicFrame>
        <p:nvGraphicFramePr>
          <p:cNvPr id="60420" name="Object 4"/>
          <p:cNvGraphicFramePr>
            <a:graphicFrameLocks/>
          </p:cNvGraphicFramePr>
          <p:nvPr/>
        </p:nvGraphicFramePr>
        <p:xfrm>
          <a:off x="1295400" y="2819400"/>
          <a:ext cx="4665663" cy="982663"/>
        </p:xfrm>
        <a:graphic>
          <a:graphicData uri="http://schemas.openxmlformats.org/presentationml/2006/ole">
            <p:oleObj spid="_x0000_s91138" r:id="rId5" imgW="44805600" imgH="9448800" progId="Equation.3">
              <p:embed/>
            </p:oleObj>
          </a:graphicData>
        </a:graphic>
      </p:graphicFrame>
      <p:graphicFrame>
        <p:nvGraphicFramePr>
          <p:cNvPr id="60421" name="Object 5"/>
          <p:cNvGraphicFramePr>
            <a:graphicFrameLocks/>
          </p:cNvGraphicFramePr>
          <p:nvPr/>
        </p:nvGraphicFramePr>
        <p:xfrm>
          <a:off x="1281113" y="3962400"/>
          <a:ext cx="6346825" cy="982663"/>
        </p:xfrm>
        <a:graphic>
          <a:graphicData uri="http://schemas.openxmlformats.org/presentationml/2006/ole">
            <p:oleObj spid="_x0000_s91139" r:id="rId6" imgW="60960000" imgH="9448800" progId="Equation.3">
              <p:embed/>
            </p:oleObj>
          </a:graphicData>
        </a:graphic>
      </p:graphicFrame>
      <p:sp>
        <p:nvSpPr>
          <p:cNvPr id="60422" name="Text Box 6"/>
          <p:cNvSpPr txBox="1"/>
          <p:nvPr/>
        </p:nvSpPr>
        <p:spPr>
          <a:xfrm>
            <a:off x="635000" y="5210175"/>
            <a:ext cx="395763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截断误差均为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.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2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xfrm>
            <a:off x="304800" y="838200"/>
            <a:ext cx="7772400" cy="685800"/>
          </a:xfrm>
        </p:spPr>
        <p:txBody>
          <a:bodyPr vert="horz" wrap="square" lIns="91440" tIns="45720" rIns="91440" bIns="45720" anchor="ctr"/>
          <a:lstStyle/>
          <a:p>
            <a:pPr algn="l" eaLnBrk="1" hangingPunct="1">
              <a:lnSpc>
                <a:spcPct val="120000"/>
              </a:lnSpc>
            </a:pPr>
            <a:r>
              <a:rPr lang="zh-CN" altLang="en-US" u="none" dirty="0">
                <a:solidFill>
                  <a:schemeClr val="tx1"/>
                </a:solidFill>
              </a:rPr>
              <a:t>还可以建立高阶导数的数值微分公式</a:t>
            </a:r>
            <a:r>
              <a:rPr lang="en-US" altLang="zh-CN" u="none" dirty="0">
                <a:solidFill>
                  <a:schemeClr val="tx1"/>
                </a:solidFill>
              </a:rPr>
              <a:t>.</a:t>
            </a:r>
            <a:r>
              <a:rPr lang="en-US" altLang="zh-CN" sz="2800" u="none" dirty="0">
                <a:solidFill>
                  <a:schemeClr val="tx1"/>
                </a:solidFill>
              </a:rPr>
              <a:t> </a:t>
            </a:r>
            <a:endParaRPr lang="en-US" altLang="zh-CN" u="none" dirty="0">
              <a:solidFill>
                <a:schemeClr val="tx1"/>
              </a:solidFill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331788" y="1341438"/>
            <a:ext cx="7696200" cy="2033587"/>
            <a:chOff x="240" y="864"/>
            <a:chExt cx="4848" cy="1281"/>
          </a:xfrm>
        </p:grpSpPr>
        <p:sp>
          <p:nvSpPr>
            <p:cNvPr id="116739" name="Text Box 4"/>
            <p:cNvSpPr txBox="1"/>
            <p:nvPr/>
          </p:nvSpPr>
          <p:spPr>
            <a:xfrm>
              <a:off x="240" y="960"/>
              <a:ext cx="105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对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(8.6.9)</a:t>
              </a:r>
              <a:endPara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16740" name="Object 1027"/>
            <p:cNvGraphicFramePr>
              <a:graphicFrameLocks/>
            </p:cNvGraphicFramePr>
            <p:nvPr/>
          </p:nvGraphicFramePr>
          <p:xfrm>
            <a:off x="962" y="864"/>
            <a:ext cx="4126" cy="1281"/>
          </p:xfrm>
          <a:graphic>
            <a:graphicData uri="http://schemas.openxmlformats.org/presentationml/2006/ole">
              <p:oleObj spid="_x0000_s92161" r:id="rId4" imgW="62484000" imgH="19507200" progId="">
                <p:embed/>
              </p:oleObj>
            </a:graphicData>
          </a:graphic>
        </p:graphicFrame>
      </p:grpSp>
      <p:sp>
        <p:nvSpPr>
          <p:cNvPr id="61446" name="Text Box 6"/>
          <p:cNvSpPr txBox="1"/>
          <p:nvPr/>
        </p:nvSpPr>
        <p:spPr>
          <a:xfrm>
            <a:off x="304800" y="3535363"/>
            <a:ext cx="30511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2"/>
                </a:solidFill>
                <a:latin typeface="Comic Sans MS" panose="030F0702030302020204" pitchFamily="66" charset="0"/>
              </a:rPr>
              <a:t>再求导一次，有</a:t>
            </a:r>
          </a:p>
        </p:txBody>
      </p:sp>
      <p:graphicFrame>
        <p:nvGraphicFramePr>
          <p:cNvPr id="103424" name="Object 1024"/>
          <p:cNvGraphicFramePr>
            <a:graphicFrameLocks/>
          </p:cNvGraphicFramePr>
          <p:nvPr/>
        </p:nvGraphicFramePr>
        <p:xfrm>
          <a:off x="1600200" y="3352800"/>
          <a:ext cx="5805488" cy="984250"/>
        </p:xfrm>
        <a:graphic>
          <a:graphicData uri="http://schemas.openxmlformats.org/presentationml/2006/ole">
            <p:oleObj spid="_x0000_s92162" r:id="rId5" imgW="56083200" imgH="9448800" progId="Equation.3">
              <p:embed/>
            </p:oleObj>
          </a:graphicData>
        </a:graphic>
      </p:graphicFrame>
      <p:sp>
        <p:nvSpPr>
          <p:cNvPr id="61448" name="Text Box 8"/>
          <p:cNvSpPr txBox="1"/>
          <p:nvPr/>
        </p:nvSpPr>
        <p:spPr>
          <a:xfrm>
            <a:off x="304800" y="4419600"/>
            <a:ext cx="51276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故有</a:t>
            </a:r>
            <a:r>
              <a:rPr lang="zh-CN" altLang="en-US" b="1" dirty="0">
                <a:latin typeface="Comic Sans MS" panose="030F0702030302020204" pitchFamily="66" charset="0"/>
              </a:rPr>
              <a:t>二阶三点数值微分公式</a:t>
            </a:r>
          </a:p>
        </p:txBody>
      </p:sp>
      <p:graphicFrame>
        <p:nvGraphicFramePr>
          <p:cNvPr id="103425" name="Object 1025"/>
          <p:cNvGraphicFramePr>
            <a:graphicFrameLocks/>
          </p:cNvGraphicFramePr>
          <p:nvPr/>
        </p:nvGraphicFramePr>
        <p:xfrm>
          <a:off x="506730" y="4919980"/>
          <a:ext cx="8296275" cy="1631315"/>
        </p:xfrm>
        <a:graphic>
          <a:graphicData uri="http://schemas.openxmlformats.org/presentationml/2006/ole">
            <p:oleObj spid="_x0000_s92163" r:id="rId6" imgW="2387520" imgH="634680" progId="Equation.3">
              <p:embed/>
            </p:oleObj>
          </a:graphicData>
        </a:graphic>
      </p:graphicFrame>
      <p:grpSp>
        <p:nvGrpSpPr>
          <p:cNvPr id="3" name="Group 11"/>
          <p:cNvGrpSpPr/>
          <p:nvPr/>
        </p:nvGrpSpPr>
        <p:grpSpPr>
          <a:xfrm>
            <a:off x="1054100" y="228600"/>
            <a:ext cx="7480300" cy="584200"/>
            <a:chOff x="345" y="0"/>
            <a:chExt cx="4712" cy="368"/>
          </a:xfrm>
        </p:grpSpPr>
        <p:graphicFrame>
          <p:nvGraphicFramePr>
            <p:cNvPr id="116746" name="Object 1026"/>
            <p:cNvGraphicFramePr>
              <a:graphicFrameLocks/>
            </p:cNvGraphicFramePr>
            <p:nvPr/>
          </p:nvGraphicFramePr>
          <p:xfrm>
            <a:off x="1968" y="0"/>
            <a:ext cx="3089" cy="367"/>
          </p:xfrm>
          <a:graphic>
            <a:graphicData uri="http://schemas.openxmlformats.org/presentationml/2006/ole">
              <p:oleObj spid="_x0000_s92164" r:id="rId7" imgW="49377600" imgH="5791200" progId="Equation.3">
                <p:embed/>
              </p:oleObj>
            </a:graphicData>
          </a:graphic>
        </p:graphicFrame>
        <p:sp>
          <p:nvSpPr>
            <p:cNvPr id="116747" name="Text Box 10"/>
            <p:cNvSpPr txBox="1"/>
            <p:nvPr/>
          </p:nvSpPr>
          <p:spPr>
            <a:xfrm>
              <a:off x="345" y="0"/>
              <a:ext cx="156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利用式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(8.6.2)</a:t>
              </a:r>
              <a:endPara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46" grpId="0"/>
      <p:bldP spid="61448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290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latin typeface="Times New Roman" panose="02020603050405020304" pitchFamily="18" charset="0"/>
              </a:rPr>
              <a:t>由余项公式 </a:t>
            </a:r>
            <a:r>
              <a:rPr lang="en-US" altLang="zh-CN" u="none" dirty="0">
                <a:latin typeface="Times New Roman" panose="02020603050405020304" pitchFamily="18" charset="0"/>
              </a:rPr>
              <a:t>(8.6.3)</a:t>
            </a:r>
            <a:endParaRPr lang="en-US" altLang="zh-CN" sz="4800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2468" name="Text Box 4"/>
          <p:cNvSpPr txBox="1"/>
          <p:nvPr/>
        </p:nvSpPr>
        <p:spPr>
          <a:xfrm>
            <a:off x="228600" y="1371600"/>
            <a:ext cx="66817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chemeClr val="tx2"/>
                </a:solidFill>
                <a:latin typeface="Comic Sans MS" panose="030F0702030302020204" pitchFamily="66" charset="0"/>
              </a:rPr>
              <a:t>可得带余项的二阶三点数值微分公式</a:t>
            </a:r>
          </a:p>
        </p:txBody>
      </p:sp>
      <p:graphicFrame>
        <p:nvGraphicFramePr>
          <p:cNvPr id="104448" name="Object 1024"/>
          <p:cNvGraphicFramePr>
            <a:graphicFrameLocks/>
          </p:cNvGraphicFramePr>
          <p:nvPr/>
        </p:nvGraphicFramePr>
        <p:xfrm>
          <a:off x="292100" y="1981200"/>
          <a:ext cx="8623300" cy="944563"/>
        </p:xfrm>
        <a:graphic>
          <a:graphicData uri="http://schemas.openxmlformats.org/presentationml/2006/ole">
            <p:oleObj spid="_x0000_s93185" r:id="rId4" imgW="86258400" imgH="9448800" progId="Equation.3">
              <p:embed/>
            </p:oleObj>
          </a:graphicData>
        </a:graphic>
      </p:graphicFrame>
      <p:graphicFrame>
        <p:nvGraphicFramePr>
          <p:cNvPr id="104449" name="Object 1025"/>
          <p:cNvGraphicFramePr>
            <a:graphicFrameLocks/>
          </p:cNvGraphicFramePr>
          <p:nvPr/>
        </p:nvGraphicFramePr>
        <p:xfrm>
          <a:off x="246063" y="3048000"/>
          <a:ext cx="8745537" cy="944563"/>
        </p:xfrm>
        <a:graphic>
          <a:graphicData uri="http://schemas.openxmlformats.org/presentationml/2006/ole">
            <p:oleObj spid="_x0000_s93186" r:id="rId5" imgW="87477600" imgH="9448800" progId="Equation.3">
              <p:embed/>
            </p:oleObj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228600" y="4038600"/>
            <a:ext cx="7404100" cy="638175"/>
            <a:chOff x="336" y="2811"/>
            <a:chExt cx="4664" cy="402"/>
          </a:xfrm>
        </p:grpSpPr>
        <p:sp>
          <p:nvSpPr>
            <p:cNvPr id="117766" name="Text Box 8"/>
            <p:cNvSpPr txBox="1"/>
            <p:nvPr/>
          </p:nvSpPr>
          <p:spPr>
            <a:xfrm>
              <a:off x="336" y="2811"/>
              <a:ext cx="466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而对于            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可以利用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Taylor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公式推出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17767" name="Object 1028"/>
            <p:cNvGraphicFramePr>
              <a:graphicFrameLocks/>
            </p:cNvGraphicFramePr>
            <p:nvPr/>
          </p:nvGraphicFramePr>
          <p:xfrm>
            <a:off x="1199" y="2832"/>
            <a:ext cx="721" cy="381"/>
          </p:xfrm>
          <a:graphic>
            <a:graphicData uri="http://schemas.openxmlformats.org/presentationml/2006/ole">
              <p:oleObj spid="_x0000_s93187" r:id="rId6" imgW="10972800" imgH="5791200" progId="Equation.3">
                <p:embed/>
              </p:oleObj>
            </a:graphicData>
          </a:graphic>
        </p:graphicFrame>
      </p:grpSp>
      <p:graphicFrame>
        <p:nvGraphicFramePr>
          <p:cNvPr id="104450" name="Object 1026"/>
          <p:cNvGraphicFramePr>
            <a:graphicFrameLocks/>
          </p:cNvGraphicFramePr>
          <p:nvPr/>
        </p:nvGraphicFramePr>
        <p:xfrm>
          <a:off x="417513" y="4800600"/>
          <a:ext cx="8229600" cy="1047750"/>
        </p:xfrm>
        <a:graphic>
          <a:graphicData uri="http://schemas.openxmlformats.org/presentationml/2006/ole">
            <p:oleObj spid="_x0000_s93188" r:id="rId7" imgW="78943200" imgH="10058400" progId="">
              <p:embed/>
            </p:oleObj>
          </a:graphicData>
        </a:graphic>
      </p:graphicFrame>
      <p:graphicFrame>
        <p:nvGraphicFramePr>
          <p:cNvPr id="104451" name="Object 1027"/>
          <p:cNvGraphicFramePr>
            <a:graphicFrameLocks/>
          </p:cNvGraphicFramePr>
          <p:nvPr/>
        </p:nvGraphicFramePr>
        <p:xfrm>
          <a:off x="3810000" y="228600"/>
          <a:ext cx="3930650" cy="1109663"/>
        </p:xfrm>
        <a:graphic>
          <a:graphicData uri="http://schemas.openxmlformats.org/presentationml/2006/ole">
            <p:oleObj spid="_x0000_s93189" r:id="rId8" imgW="37490400" imgH="10668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290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latin typeface="Times New Roman" panose="02020603050405020304" pitchFamily="18" charset="0"/>
              </a:rPr>
              <a:t>事实上，</a:t>
            </a:r>
          </a:p>
        </p:txBody>
      </p:sp>
      <p:graphicFrame>
        <p:nvGraphicFramePr>
          <p:cNvPr id="104448" name="Object 1024"/>
          <p:cNvGraphicFramePr>
            <a:graphicFrameLocks/>
          </p:cNvGraphicFramePr>
          <p:nvPr/>
        </p:nvGraphicFramePr>
        <p:xfrm>
          <a:off x="26988" y="2112645"/>
          <a:ext cx="8992235" cy="935355"/>
        </p:xfrm>
        <a:graphic>
          <a:graphicData uri="http://schemas.openxmlformats.org/presentationml/2006/ole">
            <p:oleObj spid="_x0000_s262148" r:id="rId4" imgW="4178160" imgH="419040" progId="Equation.3">
              <p:embed/>
            </p:oleObj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228283" y="4309428"/>
            <a:ext cx="8547100" cy="1087438"/>
            <a:chOff x="265" y="2146"/>
            <a:chExt cx="5384" cy="685"/>
          </a:xfrm>
        </p:grpSpPr>
        <p:sp>
          <p:nvSpPr>
            <p:cNvPr id="117766" name="Text Box 8"/>
            <p:cNvSpPr txBox="1"/>
            <p:nvPr/>
          </p:nvSpPr>
          <p:spPr>
            <a:xfrm>
              <a:off x="265" y="2153"/>
              <a:ext cx="5384" cy="6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将二个式子代入            的表达式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可以推出相应</a:t>
              </a:r>
            </a:p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的余项形式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。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17767" name="Object 1028"/>
            <p:cNvGraphicFramePr>
              <a:graphicFrameLocks/>
            </p:cNvGraphicFramePr>
            <p:nvPr/>
          </p:nvGraphicFramePr>
          <p:xfrm>
            <a:off x="2096" y="2146"/>
            <a:ext cx="721" cy="381"/>
          </p:xfrm>
          <a:graphic>
            <a:graphicData uri="http://schemas.openxmlformats.org/presentationml/2006/ole">
              <p:oleObj spid="_x0000_s262147" r:id="rId5" imgW="10972800" imgH="5791200" progId="Equation.3">
                <p:embed/>
              </p:oleObj>
            </a:graphicData>
          </a:graphic>
        </p:graphicFrame>
      </p:grpSp>
      <p:graphicFrame>
        <p:nvGraphicFramePr>
          <p:cNvPr id="104450" name="Object 1026"/>
          <p:cNvGraphicFramePr>
            <a:graphicFrameLocks/>
          </p:cNvGraphicFramePr>
          <p:nvPr/>
        </p:nvGraphicFramePr>
        <p:xfrm>
          <a:off x="914083" y="933450"/>
          <a:ext cx="8229600" cy="1047750"/>
        </p:xfrm>
        <a:graphic>
          <a:graphicData uri="http://schemas.openxmlformats.org/presentationml/2006/ole">
            <p:oleObj spid="_x0000_s262146" r:id="rId6" imgW="78943200" imgH="10058400" progId="">
              <p:embed/>
            </p:oleObj>
          </a:graphicData>
        </a:graphic>
      </p:graphicFrame>
      <p:graphicFrame>
        <p:nvGraphicFramePr>
          <p:cNvPr id="3" name="Object 1024"/>
          <p:cNvGraphicFramePr>
            <a:graphicFrameLocks/>
          </p:cNvGraphicFramePr>
          <p:nvPr/>
        </p:nvGraphicFramePr>
        <p:xfrm>
          <a:off x="61913" y="3156585"/>
          <a:ext cx="9020175" cy="935355"/>
        </p:xfrm>
        <a:graphic>
          <a:graphicData uri="http://schemas.openxmlformats.org/presentationml/2006/ole">
            <p:oleObj spid="_x0000_s262145" r:id="rId7" imgW="419076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3600" b="1" u="none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利用三次样条插值函数求数值导数</a:t>
            </a:r>
            <a:r>
              <a:rPr lang="zh-CN" altLang="en-US" u="none" dirty="0">
                <a:latin typeface="Times New Roman" panose="02020603050405020304" pitchFamily="18" charset="0"/>
              </a:rPr>
              <a:t> </a:t>
            </a:r>
            <a:endParaRPr lang="zh-CN" altLang="en-US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2438400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基本思想</a:t>
            </a:r>
            <a:r>
              <a:rPr lang="zh-CN" altLang="en-US" sz="3200" dirty="0">
                <a:latin typeface="Times New Roman" panose="02020603050405020304" pitchFamily="18" charset="0"/>
              </a:rPr>
              <a:t>就是在区间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] </a:t>
            </a:r>
            <a:r>
              <a:rPr lang="zh-CN" altLang="en-US" sz="3200" dirty="0">
                <a:latin typeface="Times New Roman" panose="02020603050405020304" pitchFamily="18" charset="0"/>
              </a:rPr>
              <a:t>上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</a:rPr>
              <a:t>根据互异的节点</a:t>
            </a:r>
          </a:p>
          <a:p>
            <a:pPr marL="0" indent="0" algn="ctr" eaLnBrk="1" hangingPunct="1"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 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 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 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 &lt; . . . 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20000"/>
              </a:lnSpc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及函数值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) (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= 0, 1, </a:t>
            </a:r>
            <a:r>
              <a:rPr lang="en-US" altLang="zh-CN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lang="en-US" altLang="zh-CN" sz="3200" dirty="0">
                <a:latin typeface="Times New Roman" panose="02020603050405020304" pitchFamily="18" charset="0"/>
              </a:rPr>
              <a:t> , n) , </a:t>
            </a:r>
            <a:r>
              <a:rPr lang="zh-CN" altLang="en-US" sz="3200" dirty="0">
                <a:latin typeface="Times New Roman" panose="02020603050405020304" pitchFamily="18" charset="0"/>
              </a:rPr>
              <a:t>构造三次样条函数</a:t>
            </a:r>
            <a:r>
              <a:rPr lang="en-US" altLang="zh-CN" sz="3200" i="1" dirty="0">
                <a:latin typeface="Times New Roman" panose="02020603050405020304" pitchFamily="18" charset="0"/>
              </a:rPr>
              <a:t>S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), </a:t>
            </a:r>
            <a:r>
              <a:rPr lang="zh-CN" altLang="en-US" sz="3200" dirty="0">
                <a:latin typeface="Times New Roman" panose="02020603050405020304" pitchFamily="18" charset="0"/>
              </a:rPr>
              <a:t>于是 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).</a:t>
            </a:r>
            <a:endParaRPr lang="en-US" altLang="zh-CN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5472" name="Object 1024"/>
          <p:cNvGraphicFramePr>
            <a:graphicFrameLocks/>
          </p:cNvGraphicFramePr>
          <p:nvPr/>
        </p:nvGraphicFramePr>
        <p:xfrm>
          <a:off x="1295400" y="3881438"/>
          <a:ext cx="2252663" cy="508000"/>
        </p:xfrm>
        <a:graphic>
          <a:graphicData uri="http://schemas.openxmlformats.org/presentationml/2006/ole">
            <p:oleObj spid="_x0000_s94209" r:id="rId4" imgW="21640800" imgH="4876800" progId="Equation.3">
              <p:embed/>
            </p:oleObj>
          </a:graphicData>
        </a:graphic>
      </p:graphicFrame>
      <p:graphicFrame>
        <p:nvGraphicFramePr>
          <p:cNvPr id="105473" name="Object 1025"/>
          <p:cNvGraphicFramePr>
            <a:graphicFrameLocks/>
          </p:cNvGraphicFramePr>
          <p:nvPr/>
        </p:nvGraphicFramePr>
        <p:xfrm>
          <a:off x="3671888" y="3881438"/>
          <a:ext cx="2347912" cy="508000"/>
        </p:xfrm>
        <a:graphic>
          <a:graphicData uri="http://schemas.openxmlformats.org/presentationml/2006/ole">
            <p:oleObj spid="_x0000_s94210" r:id="rId5" imgW="22555200" imgH="4876800" progId="Equation.3">
              <p:embed/>
            </p:oleObj>
          </a:graphicData>
        </a:graphic>
      </p:graphicFrame>
      <p:sp>
        <p:nvSpPr>
          <p:cNvPr id="63494" name="Text Box 6"/>
          <p:cNvSpPr txBox="1"/>
          <p:nvPr/>
        </p:nvSpPr>
        <p:spPr>
          <a:xfrm>
            <a:off x="304800" y="3810000"/>
            <a:ext cx="9969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从而</a:t>
            </a:r>
          </a:p>
        </p:txBody>
      </p:sp>
      <p:sp>
        <p:nvSpPr>
          <p:cNvPr id="63495" name="Text Box 7"/>
          <p:cNvSpPr txBox="1"/>
          <p:nvPr/>
        </p:nvSpPr>
        <p:spPr>
          <a:xfrm>
            <a:off x="304800" y="4495800"/>
            <a:ext cx="8534400" cy="12604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所以可以利用它们来计算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的各阶数值导数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一阶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二阶和三阶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).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494" grpId="0"/>
      <p:bldP spid="6349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以三弯矩公式为例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有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6496" name="Object 1024"/>
          <p:cNvGraphicFramePr>
            <a:graphicFrameLocks/>
          </p:cNvGraphicFramePr>
          <p:nvPr/>
        </p:nvGraphicFramePr>
        <p:xfrm>
          <a:off x="1679575" y="1296988"/>
          <a:ext cx="5845175" cy="3427412"/>
        </p:xfrm>
        <a:graphic>
          <a:graphicData uri="http://schemas.openxmlformats.org/presentationml/2006/ole">
            <p:oleObj spid="_x0000_s95233" r:id="rId4" imgW="56083200" imgH="32918400" progId="Equation.3">
              <p:embed/>
            </p:oleObj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395288" y="4652963"/>
            <a:ext cx="7931150" cy="1316037"/>
            <a:chOff x="236" y="3203"/>
            <a:chExt cx="4996" cy="829"/>
          </a:xfrm>
        </p:grpSpPr>
        <p:sp>
          <p:nvSpPr>
            <p:cNvPr id="120836" name="Text Box 5"/>
            <p:cNvSpPr txBox="1"/>
            <p:nvPr/>
          </p:nvSpPr>
          <p:spPr>
            <a:xfrm>
              <a:off x="236" y="323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这里</a:t>
              </a:r>
              <a:endPara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20837" name="Object 1025"/>
            <p:cNvGraphicFramePr>
              <a:graphicFrameLocks/>
            </p:cNvGraphicFramePr>
            <p:nvPr/>
          </p:nvGraphicFramePr>
          <p:xfrm>
            <a:off x="912" y="3203"/>
            <a:ext cx="1419" cy="360"/>
          </p:xfrm>
          <a:graphic>
            <a:graphicData uri="http://schemas.openxmlformats.org/presentationml/2006/ole">
              <p:oleObj spid="_x0000_s95234" r:id="rId5" imgW="21640800" imgH="5486400" progId="Equation.3">
                <p:embed/>
              </p:oleObj>
            </a:graphicData>
          </a:graphic>
        </p:graphicFrame>
        <p:graphicFrame>
          <p:nvGraphicFramePr>
            <p:cNvPr id="120838" name="Object 1026"/>
            <p:cNvGraphicFramePr>
              <a:graphicFrameLocks/>
            </p:cNvGraphicFramePr>
            <p:nvPr/>
          </p:nvGraphicFramePr>
          <p:xfrm>
            <a:off x="288" y="3672"/>
            <a:ext cx="2756" cy="360"/>
          </p:xfrm>
          <a:graphic>
            <a:graphicData uri="http://schemas.openxmlformats.org/presentationml/2006/ole">
              <p:oleObj spid="_x0000_s95235" r:id="rId6" imgW="42367200" imgH="5486400" progId="Equation.3">
                <p:embed/>
              </p:oleObj>
            </a:graphicData>
          </a:graphic>
        </p:graphicFrame>
        <p:graphicFrame>
          <p:nvGraphicFramePr>
            <p:cNvPr id="120839" name="Object 1027"/>
            <p:cNvGraphicFramePr>
              <a:graphicFrameLocks/>
            </p:cNvGraphicFramePr>
            <p:nvPr/>
          </p:nvGraphicFramePr>
          <p:xfrm>
            <a:off x="2313" y="3240"/>
            <a:ext cx="2919" cy="360"/>
          </p:xfrm>
          <a:graphic>
            <a:graphicData uri="http://schemas.openxmlformats.org/presentationml/2006/ole">
              <p:oleObj spid="_x0000_s95236" r:id="rId7" imgW="44500800" imgH="54864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这样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107520" name="Object 1024"/>
          <p:cNvGraphicFramePr>
            <a:graphicFrameLocks/>
          </p:cNvGraphicFramePr>
          <p:nvPr/>
        </p:nvGraphicFramePr>
        <p:xfrm>
          <a:off x="914400" y="1524000"/>
          <a:ext cx="6538913" cy="2698750"/>
        </p:xfrm>
        <a:graphic>
          <a:graphicData uri="http://schemas.openxmlformats.org/presentationml/2006/ole">
            <p:oleObj spid="_x0000_s96257" r:id="rId4" imgW="62788800" imgH="25908000" progId="Equation.3">
              <p:embed/>
            </p:oleObj>
          </a:graphicData>
        </a:graphic>
      </p:graphicFrame>
      <p:graphicFrame>
        <p:nvGraphicFramePr>
          <p:cNvPr id="107521" name="Object 1025"/>
          <p:cNvGraphicFramePr>
            <a:graphicFrameLocks/>
          </p:cNvGraphicFramePr>
          <p:nvPr/>
        </p:nvGraphicFramePr>
        <p:xfrm>
          <a:off x="838200" y="4283075"/>
          <a:ext cx="6816725" cy="1647825"/>
        </p:xfrm>
        <a:graphic>
          <a:graphicData uri="http://schemas.openxmlformats.org/presentationml/2006/ole">
            <p:oleObj spid="_x0000_s96258" r:id="rId5" imgW="65532000" imgH="15849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latin typeface="Times New Roman" panose="02020603050405020304" pitchFamily="18" charset="0"/>
              </a:rPr>
              <a:t>从而</a:t>
            </a:r>
            <a:r>
              <a:rPr lang="en-US" altLang="zh-CN" b="1" u="none" dirty="0">
                <a:latin typeface="Times New Roman" panose="02020603050405020304" pitchFamily="18" charset="0"/>
              </a:rPr>
              <a:t>, </a:t>
            </a:r>
            <a:r>
              <a:rPr lang="zh-CN" altLang="en-US" b="1" u="none" dirty="0">
                <a:latin typeface="Times New Roman" panose="02020603050405020304" pitchFamily="18" charset="0"/>
              </a:rPr>
              <a:t>在插值节点处的导数有</a:t>
            </a:r>
            <a:r>
              <a:rPr lang="zh-CN" altLang="en-US" u="none" dirty="0">
                <a:latin typeface="Times New Roman" panose="02020603050405020304" pitchFamily="18" charset="0"/>
              </a:rPr>
              <a:t> </a:t>
            </a:r>
            <a:endParaRPr lang="zh-CN" altLang="en-US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6563" name="Object 3"/>
          <p:cNvGraphicFramePr>
            <a:graphicFrameLocks/>
          </p:cNvGraphicFramePr>
          <p:nvPr/>
        </p:nvGraphicFramePr>
        <p:xfrm>
          <a:off x="304800" y="1593215"/>
          <a:ext cx="8713470" cy="3261360"/>
        </p:xfrm>
        <a:graphic>
          <a:graphicData uri="http://schemas.openxmlformats.org/presentationml/2006/ole">
            <p:oleObj spid="_x0000_s97281" r:id="rId4" imgW="3085920" imgH="1269720" progId="Equation.3">
              <p:embed/>
            </p:oleObj>
          </a:graphicData>
        </a:graphic>
      </p:graphicFrame>
      <p:graphicFrame>
        <p:nvGraphicFramePr>
          <p:cNvPr id="66564" name="Object 4"/>
          <p:cNvGraphicFramePr>
            <a:graphicFrameLocks/>
          </p:cNvGraphicFramePr>
          <p:nvPr/>
        </p:nvGraphicFramePr>
        <p:xfrm>
          <a:off x="505460" y="5321300"/>
          <a:ext cx="8638540" cy="682625"/>
        </p:xfrm>
        <a:graphic>
          <a:graphicData uri="http://schemas.openxmlformats.org/presentationml/2006/ole">
            <p:oleObj spid="_x0000_s97282" r:id="rId5" imgW="313668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01000" cy="18288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用三次样条插值函数计算数值导数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在一定条件下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（如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有连续四阶导数）有如下误差估计式：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8544" name="Object 1024"/>
          <p:cNvGraphicFramePr>
            <a:graphicFrameLocks/>
          </p:cNvGraphicFramePr>
          <p:nvPr/>
        </p:nvGraphicFramePr>
        <p:xfrm>
          <a:off x="2852738" y="2057400"/>
          <a:ext cx="3522662" cy="633413"/>
        </p:xfrm>
        <a:graphic>
          <a:graphicData uri="http://schemas.openxmlformats.org/presentationml/2006/ole">
            <p:oleObj spid="_x0000_s98305" r:id="rId4" imgW="33832800" imgH="6096000" progId="Equation.3">
              <p:embed/>
            </p:oleObj>
          </a:graphicData>
        </a:graphic>
      </p:graphicFrame>
      <p:graphicFrame>
        <p:nvGraphicFramePr>
          <p:cNvPr id="108545" name="Object 1025"/>
          <p:cNvGraphicFramePr>
            <a:graphicFrameLocks/>
          </p:cNvGraphicFramePr>
          <p:nvPr/>
        </p:nvGraphicFramePr>
        <p:xfrm>
          <a:off x="2852738" y="2819400"/>
          <a:ext cx="3681412" cy="633413"/>
        </p:xfrm>
        <a:graphic>
          <a:graphicData uri="http://schemas.openxmlformats.org/presentationml/2006/ole">
            <p:oleObj spid="_x0000_s98306" r:id="rId5" imgW="35356800" imgH="6096000" progId="Equation.3">
              <p:embed/>
            </p:oleObj>
          </a:graphicData>
        </a:graphic>
      </p:graphicFrame>
      <p:graphicFrame>
        <p:nvGraphicFramePr>
          <p:cNvPr id="108546" name="Object 1026"/>
          <p:cNvGraphicFramePr>
            <a:graphicFrameLocks/>
          </p:cNvGraphicFramePr>
          <p:nvPr/>
        </p:nvGraphicFramePr>
        <p:xfrm>
          <a:off x="2852738" y="3581400"/>
          <a:ext cx="3776662" cy="633413"/>
        </p:xfrm>
        <a:graphic>
          <a:graphicData uri="http://schemas.openxmlformats.org/presentationml/2006/ole">
            <p:oleObj spid="_x0000_s98307" r:id="rId6" imgW="36271200" imgH="6096000" progId="Equation.3">
              <p:embed/>
            </p:oleObj>
          </a:graphicData>
        </a:graphic>
      </p:graphicFrame>
      <p:graphicFrame>
        <p:nvGraphicFramePr>
          <p:cNvPr id="108547" name="Object 1027"/>
          <p:cNvGraphicFramePr>
            <a:graphicFrameLocks/>
          </p:cNvGraphicFramePr>
          <p:nvPr/>
        </p:nvGraphicFramePr>
        <p:xfrm>
          <a:off x="2870200" y="4267200"/>
          <a:ext cx="3713163" cy="633413"/>
        </p:xfrm>
        <a:graphic>
          <a:graphicData uri="http://schemas.openxmlformats.org/presentationml/2006/ole">
            <p:oleObj spid="_x0000_s98308" r:id="rId7" imgW="35661600" imgH="6096000" progId="Equation.3">
              <p:embed/>
            </p:oleObj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457200" y="5181600"/>
            <a:ext cx="7999413" cy="604838"/>
            <a:chOff x="432" y="3036"/>
            <a:chExt cx="5039" cy="381"/>
          </a:xfrm>
        </p:grpSpPr>
        <p:sp>
          <p:nvSpPr>
            <p:cNvPr id="123911" name="Text Box 8"/>
            <p:cNvSpPr txBox="1"/>
            <p:nvPr/>
          </p:nvSpPr>
          <p:spPr>
            <a:xfrm>
              <a:off x="432" y="3036"/>
              <a:ext cx="503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                              表示的同阶无穷小量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23912" name="Object 1028"/>
            <p:cNvGraphicFramePr>
              <a:graphicFrameLocks/>
            </p:cNvGraphicFramePr>
            <p:nvPr/>
          </p:nvGraphicFramePr>
          <p:xfrm>
            <a:off x="1008" y="3072"/>
            <a:ext cx="633" cy="345"/>
          </p:xfrm>
          <a:graphic>
            <a:graphicData uri="http://schemas.openxmlformats.org/presentationml/2006/ole">
              <p:oleObj spid="_x0000_s98309" r:id="rId8" imgW="10058400" imgH="5486400" progId="Equation.3">
                <p:embed/>
              </p:oleObj>
            </a:graphicData>
          </a:graphic>
        </p:graphicFrame>
        <p:graphicFrame>
          <p:nvGraphicFramePr>
            <p:cNvPr id="123913" name="Object 1029"/>
            <p:cNvGraphicFramePr>
              <a:graphicFrameLocks/>
            </p:cNvGraphicFramePr>
            <p:nvPr/>
          </p:nvGraphicFramePr>
          <p:xfrm>
            <a:off x="1728" y="3101"/>
            <a:ext cx="1190" cy="307"/>
          </p:xfrm>
          <a:graphic>
            <a:graphicData uri="http://schemas.openxmlformats.org/presentationml/2006/ole">
              <p:oleObj spid="_x0000_s98310" r:id="rId9" imgW="18897600" imgH="48768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因此，用三次样条插值函数求数值导数比用插值多项式可靠性大．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marL="381000" indent="-381000" algn="just" eaLnBrk="1" hangingPunct="1"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具体解法如下：</a:t>
            </a:r>
          </a:p>
          <a:p>
            <a:pPr marL="381000" indent="-381000" eaLnBrk="1" hangingPunct="1"/>
            <a:r>
              <a:rPr lang="zh-CN" altLang="en-US" sz="3200" b="1" dirty="0">
                <a:latin typeface="Times New Roman" panose="02020603050405020304" pitchFamily="18" charset="0"/>
              </a:rPr>
              <a:t>首先构造一个三次样条插值函数，</a:t>
            </a:r>
          </a:p>
          <a:p>
            <a:pPr marL="381000" indent="-381000" eaLnBrk="1" hangingPunct="1"/>
            <a:r>
              <a:rPr lang="zh-CN" altLang="en-US" sz="3200" b="1" dirty="0">
                <a:latin typeface="Times New Roman" panose="02020603050405020304" pitchFamily="18" charset="0"/>
              </a:rPr>
              <a:t>然后对其求导，用计算出的导函数作为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f'</a:t>
            </a:r>
            <a:r>
              <a:rPr lang="en-US" altLang="zh-CN" sz="3200" b="1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</a:rPr>
              <a:t>的近似值</a:t>
            </a:r>
            <a:r>
              <a:rPr lang="en-US" altLang="zh-CN" sz="3200" b="1" dirty="0">
                <a:latin typeface="Times New Roman" panose="02020603050405020304" pitchFamily="18" charset="0"/>
              </a:rPr>
              <a:t>.</a:t>
            </a:r>
          </a:p>
          <a:p>
            <a:pPr marL="381000" indent="-381000" eaLnBrk="1" hangingPunct="1">
              <a:buFontTx/>
              <a:buNone/>
            </a:pPr>
            <a:endParaRPr lang="en-US" altLang="zh-CN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3600" b="1" dirty="0"/>
              <a:t>5. </a:t>
            </a:r>
            <a:r>
              <a:rPr lang="zh-CN" altLang="en-US" sz="3600" b="1" dirty="0"/>
              <a:t>数值微分的外推算法</a:t>
            </a:r>
            <a:endParaRPr lang="zh-CN" altLang="en-US" sz="3600" dirty="0"/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838200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由三点数值微分公式 </a:t>
            </a:r>
            <a:r>
              <a:rPr lang="en-US" altLang="zh-CN" sz="3200" b="1" dirty="0">
                <a:latin typeface="Times New Roman" panose="02020603050405020304" pitchFamily="18" charset="0"/>
              </a:rPr>
              <a:t>( 8.6.11 )</a:t>
            </a:r>
            <a:endParaRPr lang="en-US" altLang="zh-CN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9636" name="Text Box 4"/>
          <p:cNvSpPr txBox="1"/>
          <p:nvPr/>
        </p:nvSpPr>
        <p:spPr>
          <a:xfrm>
            <a:off x="609600" y="4876800"/>
            <a:ext cx="501808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下面研究上式的截断误差</a:t>
            </a:r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</a:rPr>
              <a:t>.</a:t>
            </a:r>
            <a:r>
              <a:rPr lang="en-US" altLang="zh-CN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125956" name="Text Box 5"/>
          <p:cNvSpPr txBox="1"/>
          <p:nvPr/>
        </p:nvSpPr>
        <p:spPr>
          <a:xfrm>
            <a:off x="5181600" y="5235575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endParaRPr lang="zh-CN" altLang="zh-CN" sz="2800" dirty="0">
              <a:latin typeface="Comic Sans MS" panose="030F0702030302020204" pitchFamily="66" charset="0"/>
            </a:endParaRPr>
          </a:p>
        </p:txBody>
      </p:sp>
      <p:graphicFrame>
        <p:nvGraphicFramePr>
          <p:cNvPr id="109568" name="Object 1024"/>
          <p:cNvGraphicFramePr>
            <a:graphicFrameLocks/>
          </p:cNvGraphicFramePr>
          <p:nvPr/>
        </p:nvGraphicFramePr>
        <p:xfrm>
          <a:off x="1828800" y="2133600"/>
          <a:ext cx="4667250" cy="984250"/>
        </p:xfrm>
        <a:graphic>
          <a:graphicData uri="http://schemas.openxmlformats.org/presentationml/2006/ole">
            <p:oleObj spid="_x0000_s99329" r:id="rId4" imgW="44805600" imgH="9448800" progId="Equation.3">
              <p:embed/>
            </p:oleObj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609600" y="3124200"/>
            <a:ext cx="6811963" cy="1379538"/>
            <a:chOff x="432" y="2347"/>
            <a:chExt cx="4291" cy="869"/>
          </a:xfrm>
        </p:grpSpPr>
        <p:graphicFrame>
          <p:nvGraphicFramePr>
            <p:cNvPr id="125959" name="Object 1025"/>
            <p:cNvGraphicFramePr>
              <a:graphicFrameLocks/>
            </p:cNvGraphicFramePr>
            <p:nvPr/>
          </p:nvGraphicFramePr>
          <p:xfrm>
            <a:off x="695" y="2622"/>
            <a:ext cx="4028" cy="594"/>
          </p:xfrm>
          <a:graphic>
            <a:graphicData uri="http://schemas.openxmlformats.org/presentationml/2006/ole">
              <p:oleObj spid="_x0000_s99330" r:id="rId5" imgW="64617600" imgH="9448800" progId="Equation.3">
                <p:embed/>
              </p:oleObj>
            </a:graphicData>
          </a:graphic>
        </p:graphicFrame>
        <p:sp>
          <p:nvSpPr>
            <p:cNvPr id="125960" name="Text Box 9"/>
            <p:cNvSpPr txBox="1"/>
            <p:nvPr/>
          </p:nvSpPr>
          <p:spPr>
            <a:xfrm>
              <a:off x="432" y="2347"/>
              <a:ext cx="3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  <p:bldP spid="69636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7772400" cy="5334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Taylor</a:t>
            </a:r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公式有</a:t>
            </a:r>
            <a:endParaRPr lang="zh-CN" altLang="en-US" b="1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10592" name="Object 1024"/>
          <p:cNvGraphicFramePr>
            <a:graphicFrameLocks/>
          </p:cNvGraphicFramePr>
          <p:nvPr/>
        </p:nvGraphicFramePr>
        <p:xfrm>
          <a:off x="190500" y="914400"/>
          <a:ext cx="8720138" cy="2344738"/>
        </p:xfrm>
        <a:graphic>
          <a:graphicData uri="http://schemas.openxmlformats.org/presentationml/2006/ole">
            <p:oleObj spid="_x0000_s100353" r:id="rId4" imgW="83820000" imgH="22555200" progId="Equation.3">
              <p:embed/>
            </p:oleObj>
          </a:graphicData>
        </a:graphic>
      </p:graphicFrame>
      <p:graphicFrame>
        <p:nvGraphicFramePr>
          <p:cNvPr id="110593" name="Object 1025"/>
          <p:cNvGraphicFramePr>
            <a:graphicFrameLocks/>
          </p:cNvGraphicFramePr>
          <p:nvPr/>
        </p:nvGraphicFramePr>
        <p:xfrm>
          <a:off x="190500" y="3429000"/>
          <a:ext cx="8728075" cy="2347913"/>
        </p:xfrm>
        <a:graphic>
          <a:graphicData uri="http://schemas.openxmlformats.org/presentationml/2006/ole">
            <p:oleObj spid="_x0000_s100354" r:id="rId5" imgW="83820000" imgH="22555200" progId="Equation.3">
              <p:embed/>
            </p:oleObj>
          </a:graphicData>
        </a:graphic>
      </p:graphicFrame>
      <p:sp>
        <p:nvSpPr>
          <p:cNvPr id="70661" name="Text Box 5"/>
          <p:cNvSpPr txBox="1"/>
          <p:nvPr/>
        </p:nvSpPr>
        <p:spPr>
          <a:xfrm>
            <a:off x="342900" y="5910263"/>
            <a:ext cx="435610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上两式相减整理后</a:t>
            </a:r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得</a:t>
            </a:r>
            <a:r>
              <a:rPr lang="zh-CN" alt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上两式相减整理后</a:t>
            </a:r>
            <a:r>
              <a:rPr lang="en-US" altLang="zh-CN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得</a:t>
            </a:r>
            <a:endParaRPr lang="zh-CN" altLang="en-US" b="1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1683" name="Object 3"/>
          <p:cNvGraphicFramePr>
            <a:graphicFrameLocks/>
          </p:cNvGraphicFramePr>
          <p:nvPr/>
        </p:nvGraphicFramePr>
        <p:xfrm>
          <a:off x="762000" y="1066800"/>
          <a:ext cx="7334250" cy="2411413"/>
        </p:xfrm>
        <a:graphic>
          <a:graphicData uri="http://schemas.openxmlformats.org/presentationml/2006/ole">
            <p:oleObj spid="_x0000_s101377" r:id="rId4" imgW="70408800" imgH="23164800" progId="Equation.3">
              <p:embed/>
            </p:oleObj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228600" y="3810000"/>
            <a:ext cx="7162800" cy="661988"/>
            <a:chOff x="480" y="3135"/>
            <a:chExt cx="4512" cy="417"/>
          </a:xfrm>
        </p:grpSpPr>
        <p:graphicFrame>
          <p:nvGraphicFramePr>
            <p:cNvPr id="128004" name="Object 5"/>
            <p:cNvGraphicFramePr>
              <a:graphicFrameLocks/>
            </p:cNvGraphicFramePr>
            <p:nvPr/>
          </p:nvGraphicFramePr>
          <p:xfrm>
            <a:off x="1057" y="3168"/>
            <a:ext cx="3935" cy="384"/>
          </p:xfrm>
          <a:graphic>
            <a:graphicData uri="http://schemas.openxmlformats.org/presentationml/2006/ole">
              <p:oleObj spid="_x0000_s101378" r:id="rId5" imgW="62484000" imgH="6096000" progId="Equation.3">
                <p:embed/>
              </p:oleObj>
            </a:graphicData>
          </a:graphic>
        </p:graphicFrame>
        <p:sp>
          <p:nvSpPr>
            <p:cNvPr id="128005" name="Text Box 6"/>
            <p:cNvSpPr txBox="1"/>
            <p:nvPr/>
          </p:nvSpPr>
          <p:spPr>
            <a:xfrm>
              <a:off x="480" y="3135"/>
              <a:ext cx="6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即得</a:t>
              </a: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228600" y="3324225"/>
            <a:ext cx="5949950" cy="942975"/>
            <a:chOff x="528" y="2400"/>
            <a:chExt cx="3748" cy="594"/>
          </a:xfrm>
        </p:grpSpPr>
        <p:graphicFrame>
          <p:nvGraphicFramePr>
            <p:cNvPr id="128007" name="Object 8"/>
            <p:cNvGraphicFramePr>
              <a:graphicFrameLocks/>
            </p:cNvGraphicFramePr>
            <p:nvPr/>
          </p:nvGraphicFramePr>
          <p:xfrm>
            <a:off x="1008" y="2400"/>
            <a:ext cx="3268" cy="594"/>
          </p:xfrm>
          <a:graphic>
            <a:graphicData uri="http://schemas.openxmlformats.org/presentationml/2006/ole">
              <p:oleObj spid="_x0000_s101379" r:id="rId6" imgW="52425600" imgH="9448800" progId="Equation.3">
                <p:embed/>
              </p:oleObj>
            </a:graphicData>
          </a:graphic>
        </p:graphicFrame>
        <p:sp>
          <p:nvSpPr>
            <p:cNvPr id="128008" name="Text Box 9"/>
            <p:cNvSpPr txBox="1"/>
            <p:nvPr/>
          </p:nvSpPr>
          <p:spPr>
            <a:xfrm>
              <a:off x="528" y="2511"/>
              <a:ext cx="3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由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71690" name="Text Box 10"/>
          <p:cNvSpPr txBox="1"/>
          <p:nvPr/>
        </p:nvSpPr>
        <p:spPr>
          <a:xfrm>
            <a:off x="228600" y="4572000"/>
            <a:ext cx="265430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对于固定的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1691" name="Text Box 11"/>
          <p:cNvSpPr txBox="1"/>
          <p:nvPr/>
        </p:nvSpPr>
        <p:spPr>
          <a:xfrm>
            <a:off x="152400" y="5440363"/>
            <a:ext cx="90233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上式的误差估计式正好符合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Richardson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外推算法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Group 12"/>
          <p:cNvGrpSpPr/>
          <p:nvPr/>
        </p:nvGrpSpPr>
        <p:grpSpPr>
          <a:xfrm>
            <a:off x="2743200" y="4572000"/>
            <a:ext cx="6145213" cy="614363"/>
            <a:chOff x="1872" y="2976"/>
            <a:chExt cx="3871" cy="387"/>
          </a:xfrm>
        </p:grpSpPr>
        <p:graphicFrame>
          <p:nvGraphicFramePr>
            <p:cNvPr id="128012" name="Object 13"/>
            <p:cNvGraphicFramePr>
              <a:graphicFrameLocks/>
            </p:cNvGraphicFramePr>
            <p:nvPr/>
          </p:nvGraphicFramePr>
          <p:xfrm>
            <a:off x="1872" y="2976"/>
            <a:ext cx="1477" cy="361"/>
          </p:xfrm>
          <a:graphic>
            <a:graphicData uri="http://schemas.openxmlformats.org/presentationml/2006/ole">
              <p:oleObj spid="_x0000_s101380" r:id="rId7" imgW="22555200" imgH="5486400" progId="Equation.3">
                <p:embed/>
              </p:oleObj>
            </a:graphicData>
          </a:graphic>
        </p:graphicFrame>
        <p:sp>
          <p:nvSpPr>
            <p:cNvPr id="128013" name="Text Box 14"/>
            <p:cNvSpPr txBox="1"/>
            <p:nvPr/>
          </p:nvSpPr>
          <p:spPr>
            <a:xfrm>
              <a:off x="3408" y="2995"/>
              <a:ext cx="233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是与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无关的常数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0" grpId="0"/>
      <p:bldP spid="7169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3505200" cy="9144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类似的</a:t>
            </a:r>
            <a:r>
              <a:rPr lang="en-US" altLang="zh-CN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有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2709" name="Object 5"/>
          <p:cNvGraphicFramePr>
            <a:graphicFrameLocks/>
          </p:cNvGraphicFramePr>
          <p:nvPr/>
        </p:nvGraphicFramePr>
        <p:xfrm>
          <a:off x="1467485" y="1117600"/>
          <a:ext cx="6985000" cy="2159000"/>
        </p:xfrm>
        <a:graphic>
          <a:graphicData uri="http://schemas.openxmlformats.org/presentationml/2006/ole">
            <p:oleObj spid="_x0000_s102402" r:id="rId4" imgW="67056000" imgH="20726400" progId="Equation.3">
              <p:embed/>
            </p:oleObj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673735" y="3440430"/>
            <a:ext cx="7778750" cy="595313"/>
            <a:chOff x="336" y="2946"/>
            <a:chExt cx="4900" cy="375"/>
          </a:xfrm>
        </p:grpSpPr>
        <p:sp>
          <p:nvSpPr>
            <p:cNvPr id="129030" name="Text Box 7"/>
            <p:cNvSpPr txBox="1"/>
            <p:nvPr/>
          </p:nvSpPr>
          <p:spPr>
            <a:xfrm>
              <a:off x="336" y="2946"/>
              <a:ext cx="49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其中            逼近于         的误差为               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29031" name="Object 8"/>
            <p:cNvGraphicFramePr>
              <a:graphicFrameLocks/>
            </p:cNvGraphicFramePr>
            <p:nvPr/>
          </p:nvGraphicFramePr>
          <p:xfrm>
            <a:off x="960" y="2976"/>
            <a:ext cx="748" cy="345"/>
          </p:xfrm>
          <a:graphic>
            <a:graphicData uri="http://schemas.openxmlformats.org/presentationml/2006/ole">
              <p:oleObj spid="_x0000_s102403" r:id="rId5" imgW="11887200" imgH="5486400" progId="Equation.3">
                <p:embed/>
              </p:oleObj>
            </a:graphicData>
          </a:graphic>
        </p:graphicFrame>
        <p:graphicFrame>
          <p:nvGraphicFramePr>
            <p:cNvPr id="129032" name="Object 9"/>
            <p:cNvGraphicFramePr>
              <a:graphicFrameLocks/>
            </p:cNvGraphicFramePr>
            <p:nvPr/>
          </p:nvGraphicFramePr>
          <p:xfrm>
            <a:off x="2448" y="2976"/>
            <a:ext cx="576" cy="307"/>
          </p:xfrm>
          <a:graphic>
            <a:graphicData uri="http://schemas.openxmlformats.org/presentationml/2006/ole">
              <p:oleObj spid="_x0000_s102404" r:id="rId6" imgW="9144000" imgH="4876800" progId="Equation.3">
                <p:embed/>
              </p:oleObj>
            </a:graphicData>
          </a:graphic>
        </p:graphicFrame>
        <p:graphicFrame>
          <p:nvGraphicFramePr>
            <p:cNvPr id="129033" name="Object 10"/>
            <p:cNvGraphicFramePr>
              <a:graphicFrameLocks/>
            </p:cNvGraphicFramePr>
            <p:nvPr/>
          </p:nvGraphicFramePr>
          <p:xfrm>
            <a:off x="4032" y="2976"/>
            <a:ext cx="959" cy="345"/>
          </p:xfrm>
          <a:graphic>
            <a:graphicData uri="http://schemas.openxmlformats.org/presentationml/2006/ole">
              <p:oleObj spid="_x0000_s102405" r:id="rId7" imgW="15240000" imgH="5486400" progId="Equation.3">
                <p:embed/>
              </p:oleObj>
            </a:graphicData>
          </a:graphic>
        </p:graphicFrame>
      </p:grpSp>
      <p:sp>
        <p:nvSpPr>
          <p:cNvPr id="72715" name="Text Box 11"/>
          <p:cNvSpPr txBox="1"/>
          <p:nvPr/>
        </p:nvSpPr>
        <p:spPr>
          <a:xfrm>
            <a:off x="673735" y="4216083"/>
            <a:ext cx="407035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此算法的控制条件是 </a:t>
            </a:r>
          </a:p>
        </p:txBody>
      </p:sp>
      <p:graphicFrame>
        <p:nvGraphicFramePr>
          <p:cNvPr id="72716" name="Object 12"/>
          <p:cNvGraphicFramePr>
            <a:graphicFrameLocks/>
          </p:cNvGraphicFramePr>
          <p:nvPr/>
        </p:nvGraphicFramePr>
        <p:xfrm>
          <a:off x="1816735" y="4975860"/>
          <a:ext cx="3613150" cy="1144588"/>
        </p:xfrm>
        <a:graphic>
          <a:graphicData uri="http://schemas.openxmlformats.org/presentationml/2006/ole">
            <p:oleObj spid="_x0000_s102406" r:id="rId8" imgW="34747200" imgH="10972800" progId="Equation.3">
              <p:embed/>
            </p:oleObj>
          </a:graphicData>
        </a:graphic>
      </p:graphicFrame>
      <p:sp>
        <p:nvSpPr>
          <p:cNvPr id="72717" name="AutoShape 13"/>
          <p:cNvSpPr/>
          <p:nvPr/>
        </p:nvSpPr>
        <p:spPr>
          <a:xfrm>
            <a:off x="6172200" y="4800600"/>
            <a:ext cx="2667000" cy="1219200"/>
          </a:xfrm>
          <a:prstGeom prst="wedgeRoundRectCallout">
            <a:avLst>
              <a:gd name="adj1" fmla="val -74403"/>
              <a:gd name="adj2" fmla="val 3281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en-US" altLang="zh-CN" sz="2800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ε</a:t>
            </a:r>
            <a:r>
              <a:rPr lang="zh-CN" alt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是预先给定的精度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5" grpId="0"/>
      <p:bldP spid="72717" grpId="0" bldLvl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9780" y="2823845"/>
            <a:ext cx="8364220" cy="871855"/>
          </a:xfrm>
        </p:spPr>
        <p:txBody>
          <a:bodyPr/>
          <a:lstStyle/>
          <a:p>
            <a:r>
              <a:rPr lang="en-US" altLang="zh-CN" u="none"/>
              <a:t>n+1</a:t>
            </a:r>
            <a:r>
              <a:rPr lang="zh-CN" altLang="en-US" u="none"/>
              <a:t>点</a:t>
            </a:r>
            <a:r>
              <a:rPr lang="en-US" altLang="zh-CN" u="none"/>
              <a:t>m</a:t>
            </a:r>
            <a:r>
              <a:rPr lang="zh-CN" altLang="en-US" u="none"/>
              <a:t>阶数值微分公式的一般形式可以写为</a:t>
            </a:r>
          </a:p>
        </p:txBody>
      </p:sp>
      <p:sp>
        <p:nvSpPr>
          <p:cNvPr id="104449" name="Rectangle 2"/>
          <p:cNvSpPr>
            <a:spLocks noGrp="1"/>
          </p:cNvSpPr>
          <p:nvPr/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600" b="1" dirty="0" smtClean="0"/>
              <a:t>6. </a:t>
            </a:r>
            <a:r>
              <a:rPr lang="zh-CN" altLang="en-US" sz="3600" b="1" dirty="0"/>
              <a:t>数值微分公式的待定系数法</a:t>
            </a:r>
            <a:r>
              <a:rPr lang="zh-CN" altLang="en-US" dirty="0"/>
              <a:t> </a:t>
            </a:r>
          </a:p>
        </p:txBody>
      </p:sp>
      <p:sp>
        <p:nvSpPr>
          <p:cNvPr id="54277" name="Text Box 5"/>
          <p:cNvSpPr txBox="1"/>
          <p:nvPr/>
        </p:nvSpPr>
        <p:spPr>
          <a:xfrm>
            <a:off x="685800" y="1447483"/>
            <a:ext cx="8458200" cy="12725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我们在等距节点情况下讨论函数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的数值微分的待定系数法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4448" name="Object 1024"/>
          <p:cNvGraphicFramePr>
            <a:graphicFrameLocks/>
          </p:cNvGraphicFramePr>
          <p:nvPr/>
        </p:nvGraphicFramePr>
        <p:xfrm>
          <a:off x="2668588" y="3689827"/>
          <a:ext cx="3870325" cy="1036320"/>
        </p:xfrm>
        <a:graphic>
          <a:graphicData uri="http://schemas.openxmlformats.org/presentationml/2006/ole">
            <p:oleObj spid="_x0000_s282626" r:id="rId3" imgW="1612800" imgH="431640" progId="Equation.3">
              <p:embed/>
            </p:oleObj>
          </a:graphicData>
        </a:graphic>
      </p:graphicFrame>
      <p:sp>
        <p:nvSpPr>
          <p:cNvPr id="3" name="标题 1"/>
          <p:cNvSpPr>
            <a:spLocks noGrp="1"/>
          </p:cNvSpPr>
          <p:nvPr/>
        </p:nvSpPr>
        <p:spPr>
          <a:xfrm>
            <a:off x="917575" y="4976495"/>
            <a:ext cx="7772400" cy="871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u="none"/>
              <a:t>将所有各点的函数值展开为其在</a:t>
            </a:r>
            <a:r>
              <a:rPr lang="en-US" altLang="zh-CN" u="none"/>
              <a:t>    </a:t>
            </a:r>
            <a:r>
              <a:rPr lang="zh-CN" altLang="en-US" u="none"/>
              <a:t>点的</a:t>
            </a:r>
            <a:r>
              <a:rPr lang="en-US" altLang="zh-CN" u="none"/>
              <a:t>Taylor</a:t>
            </a:r>
            <a:r>
              <a:rPr lang="zh-CN" altLang="en-US" u="none"/>
              <a:t>展开式，并分析上式的各项系数，即可得到式中</a:t>
            </a:r>
            <a:r>
              <a:rPr lang="en-US" altLang="zh-CN" u="none"/>
              <a:t>     </a:t>
            </a:r>
            <a:r>
              <a:rPr lang="zh-CN" altLang="en-US" u="none"/>
              <a:t>的值。</a:t>
            </a:r>
          </a:p>
        </p:txBody>
      </p:sp>
      <p:graphicFrame>
        <p:nvGraphicFramePr>
          <p:cNvPr id="4" name="Object 1024"/>
          <p:cNvGraphicFramePr>
            <a:graphicFrameLocks/>
          </p:cNvGraphicFramePr>
          <p:nvPr/>
        </p:nvGraphicFramePr>
        <p:xfrm>
          <a:off x="6698615" y="4601210"/>
          <a:ext cx="540385" cy="665480"/>
        </p:xfrm>
        <a:graphic>
          <a:graphicData uri="http://schemas.openxmlformats.org/presentationml/2006/ole">
            <p:oleObj spid="_x0000_s282627" r:id="rId4" imgW="164880" imgH="241200" progId="Equation.3">
              <p:embed/>
            </p:oleObj>
          </a:graphicData>
        </a:graphic>
      </p:graphicFrame>
      <p:graphicFrame>
        <p:nvGraphicFramePr>
          <p:cNvPr id="6" name="Object 1024"/>
          <p:cNvGraphicFramePr>
            <a:graphicFrameLocks/>
          </p:cNvGraphicFramePr>
          <p:nvPr/>
        </p:nvGraphicFramePr>
        <p:xfrm>
          <a:off x="3359150" y="5600700"/>
          <a:ext cx="666115" cy="665480"/>
        </p:xfrm>
        <a:graphic>
          <a:graphicData uri="http://schemas.openxmlformats.org/presentationml/2006/ole">
            <p:oleObj spid="_x0000_s282628" r:id="rId5" imgW="203040" imgH="2412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685"/>
            <a:ext cx="8399145" cy="2161540"/>
          </a:xfrm>
        </p:spPr>
        <p:txBody>
          <a:bodyPr/>
          <a:lstStyle/>
          <a:p>
            <a:pPr algn="l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.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已知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在三点                                                处的函数值分别为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),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和</a:t>
            </a:r>
            <a:r>
              <a:rPr lang="zh-CN" altLang="en-US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).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求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</a:t>
            </a:r>
            <a:b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</a:b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在点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处的</a:t>
            </a:r>
            <a:r>
              <a:rPr lang="zh-CN" altLang="en-US" u="none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一阶导数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、二阶导数的数值微分公式。</a:t>
            </a:r>
          </a:p>
        </p:txBody>
      </p:sp>
      <p:graphicFrame>
        <p:nvGraphicFramePr>
          <p:cNvPr id="112644" name="Object 5"/>
          <p:cNvGraphicFramePr>
            <a:graphicFrameLocks/>
          </p:cNvGraphicFramePr>
          <p:nvPr/>
        </p:nvGraphicFramePr>
        <p:xfrm>
          <a:off x="4419600" y="228600"/>
          <a:ext cx="4303713" cy="568325"/>
        </p:xfrm>
        <a:graphic>
          <a:graphicData uri="http://schemas.openxmlformats.org/presentationml/2006/ole">
            <p:oleObj spid="_x0000_s283650" r:id="rId3" imgW="1727200" imgH="228600" progId="Equation.3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1478915" y="2687797"/>
          <a:ext cx="6507480" cy="982980"/>
        </p:xfrm>
        <a:graphic>
          <a:graphicData uri="http://schemas.openxmlformats.org/presentationml/2006/ole">
            <p:oleObj spid="_x0000_s283651" r:id="rId4" imgW="2603160" imgH="393480" progId="Equation.3">
              <p:embed/>
            </p:oleObj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7540" y="2435225"/>
            <a:ext cx="1450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7540" y="3670935"/>
            <a:ext cx="8085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注意到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在点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处的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Taylor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展开式为</a:t>
            </a:r>
            <a:endParaRPr lang="zh-CN" altLang="en-US"/>
          </a:p>
        </p:txBody>
      </p:sp>
      <p:pic>
        <p:nvPicPr>
          <p:cNvPr id="58372" name="Picture 6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90270" y="4341178"/>
            <a:ext cx="8345488" cy="2200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685"/>
            <a:ext cx="6616065" cy="1508760"/>
          </a:xfrm>
        </p:spPr>
        <p:txBody>
          <a:bodyPr/>
          <a:lstStyle/>
          <a:p>
            <a:pPr algn="l"/>
            <a:r>
              <a:rPr lang="zh-CN" altLang="en-US"/>
              <a:t>于是有</a:t>
            </a:r>
          </a:p>
        </p:txBody>
      </p:sp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724853" y="1335882"/>
          <a:ext cx="8160385" cy="2092960"/>
        </p:xfrm>
        <a:graphic>
          <a:graphicData uri="http://schemas.openxmlformats.org/presentationml/2006/ole">
            <p:oleObj spid="_x0000_s284674" r:id="rId3" imgW="3263760" imgH="838080" progId="Equation.3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/>
          </p:cNvGraphicFramePr>
          <p:nvPr/>
        </p:nvGraphicFramePr>
        <p:xfrm>
          <a:off x="217170" y="3612357"/>
          <a:ext cx="9175750" cy="2092960"/>
        </p:xfrm>
        <a:graphic>
          <a:graphicData uri="http://schemas.openxmlformats.org/presentationml/2006/ole">
            <p:oleObj spid="_x0000_s284675" r:id="rId4" imgW="3670200" imgH="83808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/>
              <a:t>将（</a:t>
            </a:r>
            <a:r>
              <a:rPr lang="en-US" altLang="zh-CN" u="none"/>
              <a:t>2</a:t>
            </a:r>
            <a:r>
              <a:rPr lang="zh-CN" altLang="en-US" u="none"/>
              <a:t>）（</a:t>
            </a:r>
            <a:r>
              <a:rPr lang="en-US" altLang="zh-CN" u="none"/>
              <a:t>3</a:t>
            </a:r>
            <a:r>
              <a:rPr lang="zh-CN" altLang="en-US" u="none"/>
              <a:t>）代入（</a:t>
            </a:r>
            <a:r>
              <a:rPr lang="en-US" altLang="zh-CN" u="none"/>
              <a:t>1</a:t>
            </a:r>
            <a:r>
              <a:rPr lang="zh-CN" altLang="en-US" u="none"/>
              <a:t>）式，有</a:t>
            </a:r>
          </a:p>
        </p:txBody>
      </p:sp>
      <p:graphicFrame>
        <p:nvGraphicFramePr>
          <p:cNvPr id="4" name="Object 3"/>
          <p:cNvGraphicFramePr>
            <a:graphicFrameLocks/>
          </p:cNvGraphicFramePr>
          <p:nvPr/>
        </p:nvGraphicFramePr>
        <p:xfrm>
          <a:off x="0" y="1924685"/>
          <a:ext cx="9145270" cy="2702560"/>
        </p:xfrm>
        <a:graphic>
          <a:graphicData uri="http://schemas.openxmlformats.org/presentationml/2006/ole">
            <p:oleObj spid="_x0000_s285698" r:id="rId3" imgW="4724280" imgH="1257120" progId="Equation.3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1266508" y="1100297"/>
          <a:ext cx="6033135" cy="982980"/>
        </p:xfrm>
        <a:graphic>
          <a:graphicData uri="http://schemas.openxmlformats.org/presentationml/2006/ole">
            <p:oleObj spid="_x0000_s285699" r:id="rId4" imgW="2412720" imgH="393480" progId="Equation.3">
              <p:embed/>
            </p:oleObj>
          </a:graphicData>
        </a:graphic>
      </p:graphicFrame>
      <p:sp>
        <p:nvSpPr>
          <p:cNvPr id="3" name="标题 1"/>
          <p:cNvSpPr>
            <a:spLocks noGrp="1"/>
          </p:cNvSpPr>
          <p:nvPr/>
        </p:nvSpPr>
        <p:spPr>
          <a:xfrm>
            <a:off x="397510" y="4897120"/>
            <a:ext cx="8656320" cy="8718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u="none"/>
              <a:t>对比上式中</a:t>
            </a:r>
            <a:r>
              <a:rPr lang="en-US" altLang="zh-CN" u="none"/>
              <a:t>                                    </a:t>
            </a:r>
            <a:r>
              <a:rPr lang="zh-CN" altLang="en-US" u="none"/>
              <a:t>的系数，有</a:t>
            </a:r>
          </a:p>
        </p:txBody>
      </p:sp>
      <p:graphicFrame>
        <p:nvGraphicFramePr>
          <p:cNvPr id="5" name="Object 3"/>
          <p:cNvGraphicFramePr>
            <a:graphicFrameLocks/>
          </p:cNvGraphicFramePr>
          <p:nvPr/>
        </p:nvGraphicFramePr>
        <p:xfrm>
          <a:off x="2636203" y="5073333"/>
          <a:ext cx="4204335" cy="518795"/>
        </p:xfrm>
        <a:graphic>
          <a:graphicData uri="http://schemas.openxmlformats.org/presentationml/2006/ole">
            <p:oleObj spid="_x0000_s285700" r:id="rId5" imgW="2171520" imgH="2412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6420" y="4318635"/>
            <a:ext cx="7772400" cy="871538"/>
          </a:xfrm>
        </p:spPr>
        <p:txBody>
          <a:bodyPr/>
          <a:lstStyle/>
          <a:p>
            <a:pPr algn="l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将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A,B,C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的值代入（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）式，有带有余项估计式的数值微分公式</a:t>
            </a:r>
          </a:p>
        </p:txBody>
      </p:sp>
      <p:graphicFrame>
        <p:nvGraphicFramePr>
          <p:cNvPr id="5" name="Object 3"/>
          <p:cNvGraphicFramePr>
            <a:graphicFrameLocks/>
          </p:cNvGraphicFramePr>
          <p:nvPr/>
        </p:nvGraphicFramePr>
        <p:xfrm>
          <a:off x="566420" y="462281"/>
          <a:ext cx="4081780" cy="1911350"/>
        </p:xfrm>
        <a:graphic>
          <a:graphicData uri="http://schemas.openxmlformats.org/presentationml/2006/ole">
            <p:oleObj spid="_x0000_s286722" r:id="rId3" imgW="2108160" imgH="888840" progId="Equation.3">
              <p:embed/>
            </p:oleObj>
          </a:graphicData>
        </a:graphic>
      </p:graphicFrame>
      <p:graphicFrame>
        <p:nvGraphicFramePr>
          <p:cNvPr id="6" name="Object 3"/>
          <p:cNvGraphicFramePr>
            <a:graphicFrameLocks/>
          </p:cNvGraphicFramePr>
          <p:nvPr/>
        </p:nvGraphicFramePr>
        <p:xfrm>
          <a:off x="6201411" y="381001"/>
          <a:ext cx="1278890" cy="2075180"/>
        </p:xfrm>
        <a:graphic>
          <a:graphicData uri="http://schemas.openxmlformats.org/presentationml/2006/ole">
            <p:oleObj spid="_x0000_s286723" r:id="rId4" imgW="660240" imgH="965160" progId="Equation.3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1048068" y="3405505"/>
          <a:ext cx="6569075" cy="982663"/>
        </p:xfrm>
        <a:graphic>
          <a:graphicData uri="http://schemas.openxmlformats.org/presentationml/2006/ole">
            <p:oleObj spid="_x0000_s286724" r:id="rId5" imgW="2627759" imgH="393529" progId="Equation.3">
              <p:embed/>
            </p:oleObj>
          </a:graphicData>
        </a:graphic>
      </p:graphicFrame>
      <p:sp>
        <p:nvSpPr>
          <p:cNvPr id="9" name="标题 1"/>
          <p:cNvSpPr>
            <a:spLocks noGrp="1"/>
          </p:cNvSpPr>
          <p:nvPr/>
        </p:nvSpPr>
        <p:spPr>
          <a:xfrm>
            <a:off x="685800" y="2533015"/>
            <a:ext cx="7772400" cy="871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u="none"/>
              <a:t>于是，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在点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处的一阶导数的数值微分公式为</a:t>
            </a:r>
          </a:p>
        </p:txBody>
      </p:sp>
      <p:graphicFrame>
        <p:nvGraphicFramePr>
          <p:cNvPr id="102400" name="Object 0"/>
          <p:cNvGraphicFramePr>
            <a:graphicFrameLocks/>
          </p:cNvGraphicFramePr>
          <p:nvPr/>
        </p:nvGraphicFramePr>
        <p:xfrm>
          <a:off x="3802063" y="5916295"/>
          <a:ext cx="3903980" cy="1047750"/>
        </p:xfrm>
        <a:graphic>
          <a:graphicData uri="http://schemas.openxmlformats.org/presentationml/2006/ole">
            <p:oleObj spid="_x0000_s286725" r:id="rId6" imgW="1562040" imgH="419040" progId="Equation.3">
              <p:embed/>
            </p:oleObj>
          </a:graphicData>
        </a:graphic>
      </p:graphicFrame>
      <p:graphicFrame>
        <p:nvGraphicFramePr>
          <p:cNvPr id="10" name="Object 3"/>
          <p:cNvGraphicFramePr>
            <a:graphicFrameLocks/>
          </p:cNvGraphicFramePr>
          <p:nvPr/>
        </p:nvGraphicFramePr>
        <p:xfrm>
          <a:off x="842645" y="5190331"/>
          <a:ext cx="6254750" cy="982980"/>
        </p:xfrm>
        <a:graphic>
          <a:graphicData uri="http://schemas.openxmlformats.org/presentationml/2006/ole">
            <p:oleObj spid="_x0000_s286726" r:id="rId7" imgW="2501640" imgH="39348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/>
      <p:bldP spid="9" grpId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685"/>
            <a:ext cx="8399145" cy="2161540"/>
          </a:xfrm>
        </p:spPr>
        <p:txBody>
          <a:bodyPr/>
          <a:lstStyle/>
          <a:p>
            <a:pPr algn="l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 sz="2000"/>
              <a:t>（续）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已知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 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在三点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                                               处的函数值分别为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),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 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和</a:t>
            </a:r>
            <a:r>
              <a:rPr lang="zh-CN" altLang="en-US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).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求 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</a:t>
            </a:r>
            <a:b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</a:b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在点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处的一阶导数、</a:t>
            </a:r>
            <a:r>
              <a:rPr lang="zh-CN" altLang="en-US" u="none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二阶导数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的数值微分公式。</a:t>
            </a:r>
          </a:p>
        </p:txBody>
      </p:sp>
      <p:graphicFrame>
        <p:nvGraphicFramePr>
          <p:cNvPr id="112644" name="Object 5"/>
          <p:cNvGraphicFramePr>
            <a:graphicFrameLocks/>
          </p:cNvGraphicFramePr>
          <p:nvPr/>
        </p:nvGraphicFramePr>
        <p:xfrm>
          <a:off x="4839970" y="273685"/>
          <a:ext cx="4303713" cy="568325"/>
        </p:xfrm>
        <a:graphic>
          <a:graphicData uri="http://schemas.openxmlformats.org/presentationml/2006/ole">
            <p:oleObj spid="_x0000_s287746" r:id="rId3" imgW="1727200" imgH="228600" progId="Equation.3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1318895" y="2687797"/>
          <a:ext cx="6827520" cy="982980"/>
        </p:xfrm>
        <a:graphic>
          <a:graphicData uri="http://schemas.openxmlformats.org/presentationml/2006/ole">
            <p:oleObj spid="_x0000_s287747" r:id="rId4" imgW="2730240" imgH="393480" progId="Equation.3">
              <p:embed/>
            </p:oleObj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7540" y="2435225"/>
            <a:ext cx="1450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7540" y="3670935"/>
            <a:ext cx="8085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注意到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在点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处的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Taylor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展开式为</a:t>
            </a:r>
            <a:endParaRPr lang="zh-CN" altLang="en-US"/>
          </a:p>
        </p:txBody>
      </p:sp>
      <p:pic>
        <p:nvPicPr>
          <p:cNvPr id="58372" name="Picture 6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90270" y="4341178"/>
            <a:ext cx="8345488" cy="2200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685"/>
            <a:ext cx="6616065" cy="1508760"/>
          </a:xfrm>
        </p:spPr>
        <p:txBody>
          <a:bodyPr/>
          <a:lstStyle/>
          <a:p>
            <a:pPr algn="l"/>
            <a:r>
              <a:rPr lang="zh-CN" altLang="en-US"/>
              <a:t>于是有</a:t>
            </a:r>
          </a:p>
        </p:txBody>
      </p:sp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724853" y="1335882"/>
          <a:ext cx="8160385" cy="2092960"/>
        </p:xfrm>
        <a:graphic>
          <a:graphicData uri="http://schemas.openxmlformats.org/presentationml/2006/ole">
            <p:oleObj spid="_x0000_s288770" r:id="rId3" imgW="3263760" imgH="838080" progId="Equation.3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/>
          </p:cNvGraphicFramePr>
          <p:nvPr/>
        </p:nvGraphicFramePr>
        <p:xfrm>
          <a:off x="217170" y="3612357"/>
          <a:ext cx="9175750" cy="2092960"/>
        </p:xfrm>
        <a:graphic>
          <a:graphicData uri="http://schemas.openxmlformats.org/presentationml/2006/ole">
            <p:oleObj spid="_x0000_s288771" r:id="rId4" imgW="3670200" imgH="83808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/>
              <a:t>将（</a:t>
            </a:r>
            <a:r>
              <a:rPr lang="en-US" altLang="zh-CN" u="none"/>
              <a:t>2</a:t>
            </a:r>
            <a:r>
              <a:rPr lang="zh-CN" altLang="en-US" u="none"/>
              <a:t>）（</a:t>
            </a:r>
            <a:r>
              <a:rPr lang="en-US" altLang="zh-CN" u="none"/>
              <a:t>3</a:t>
            </a:r>
            <a:r>
              <a:rPr lang="zh-CN" altLang="en-US" u="none"/>
              <a:t>）代入（</a:t>
            </a:r>
            <a:r>
              <a:rPr lang="en-US" altLang="zh-CN" u="none"/>
              <a:t>5</a:t>
            </a:r>
            <a:r>
              <a:rPr lang="zh-CN" altLang="en-US" u="none"/>
              <a:t>）式，有</a:t>
            </a:r>
          </a:p>
        </p:txBody>
      </p:sp>
      <p:graphicFrame>
        <p:nvGraphicFramePr>
          <p:cNvPr id="4" name="Object 3"/>
          <p:cNvGraphicFramePr>
            <a:graphicFrameLocks/>
          </p:cNvGraphicFramePr>
          <p:nvPr/>
        </p:nvGraphicFramePr>
        <p:xfrm>
          <a:off x="0" y="1924685"/>
          <a:ext cx="9145270" cy="2702560"/>
        </p:xfrm>
        <a:graphic>
          <a:graphicData uri="http://schemas.openxmlformats.org/presentationml/2006/ole">
            <p:oleObj spid="_x0000_s289794" r:id="rId3" imgW="4724280" imgH="1257120" progId="Equation.3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/>
          </p:cNvGraphicFramePr>
          <p:nvPr/>
        </p:nvGraphicFramePr>
        <p:xfrm>
          <a:off x="1139190" y="1100297"/>
          <a:ext cx="6287770" cy="982980"/>
        </p:xfrm>
        <a:graphic>
          <a:graphicData uri="http://schemas.openxmlformats.org/presentationml/2006/ole">
            <p:oleObj spid="_x0000_s289795" r:id="rId4" imgW="2514600" imgH="393480" progId="Equation.3">
              <p:embed/>
            </p:oleObj>
          </a:graphicData>
        </a:graphic>
      </p:graphicFrame>
      <p:sp>
        <p:nvSpPr>
          <p:cNvPr id="3" name="标题 1"/>
          <p:cNvSpPr>
            <a:spLocks noGrp="1"/>
          </p:cNvSpPr>
          <p:nvPr/>
        </p:nvSpPr>
        <p:spPr>
          <a:xfrm>
            <a:off x="397510" y="4897120"/>
            <a:ext cx="8656320" cy="8718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u="none"/>
              <a:t>对比上式中</a:t>
            </a:r>
            <a:r>
              <a:rPr lang="en-US" altLang="zh-CN" u="none"/>
              <a:t>                                    </a:t>
            </a:r>
            <a:r>
              <a:rPr lang="zh-CN" altLang="en-US" u="none"/>
              <a:t>的系数，有</a:t>
            </a:r>
          </a:p>
        </p:txBody>
      </p:sp>
      <p:graphicFrame>
        <p:nvGraphicFramePr>
          <p:cNvPr id="5" name="Object 3"/>
          <p:cNvGraphicFramePr>
            <a:graphicFrameLocks/>
          </p:cNvGraphicFramePr>
          <p:nvPr/>
        </p:nvGraphicFramePr>
        <p:xfrm>
          <a:off x="2636203" y="5073333"/>
          <a:ext cx="4204335" cy="518795"/>
        </p:xfrm>
        <a:graphic>
          <a:graphicData uri="http://schemas.openxmlformats.org/presentationml/2006/ole">
            <p:oleObj spid="_x0000_s289796" r:id="rId5" imgW="2171520" imgH="2412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4093" y="532102"/>
            <a:ext cx="4133850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18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35324" y="722602"/>
            <a:ext cx="10382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标题 1"/>
          <p:cNvSpPr>
            <a:spLocks noGrp="1"/>
          </p:cNvSpPr>
          <p:nvPr/>
        </p:nvSpPr>
        <p:spPr>
          <a:xfrm>
            <a:off x="588818" y="2508323"/>
            <a:ext cx="7772400" cy="871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u="none" dirty="0"/>
              <a:t>于是，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在点</a:t>
            </a:r>
            <a:r>
              <a:rPr lang="en-US" altLang="zh-CN" i="1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u="none" baseline="-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处的二阶导数的数值微分公式为</a:t>
            </a:r>
          </a:p>
        </p:txBody>
      </p:sp>
      <p:pic>
        <p:nvPicPr>
          <p:cNvPr id="2918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48365" y="3335482"/>
            <a:ext cx="6002337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755073" y="4337121"/>
            <a:ext cx="7772400" cy="871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将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A,B,C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的值代入（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）式，有带有余项估计式的数值微分公式</a:t>
            </a:r>
          </a:p>
        </p:txBody>
      </p:sp>
      <p:pic>
        <p:nvPicPr>
          <p:cNvPr id="2918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2759" y="5288973"/>
            <a:ext cx="5945187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184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647584" y="5503718"/>
            <a:ext cx="20002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5885" y="1254818"/>
            <a:ext cx="7772400" cy="871538"/>
          </a:xfrm>
        </p:spPr>
        <p:txBody>
          <a:bodyPr/>
          <a:lstStyle/>
          <a:p>
            <a:r>
              <a:rPr lang="zh-CN" altLang="en-US" u="none" dirty="0"/>
              <a:t>待定系数法可以简单推广到</a:t>
            </a:r>
            <a:r>
              <a:rPr lang="en-US" altLang="zh-CN" u="none" dirty="0"/>
              <a:t>4</a:t>
            </a:r>
            <a:r>
              <a:rPr lang="zh-CN" altLang="en-US" u="none" dirty="0"/>
              <a:t>点、五点的数值微分公式的构造。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726613" y="2933700"/>
            <a:ext cx="7772400" cy="871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zh-CN" altLang="en-US" u="none" dirty="0"/>
              <a:t>待定系数法在实际工程问题中的应用更加广泛。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615777" y="4497128"/>
            <a:ext cx="7772400" cy="871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zh-CN" altLang="en-US" u="none" dirty="0" smtClean="0"/>
              <a:t>只要</a:t>
            </a:r>
            <a:r>
              <a:rPr lang="zh-CN" altLang="en-US" u="none" dirty="0"/>
              <a:t>学习了</a:t>
            </a:r>
            <a:r>
              <a:rPr lang="en-US" altLang="zh-CN" u="none" dirty="0"/>
              <a:t>Taylor</a:t>
            </a:r>
            <a:r>
              <a:rPr lang="zh-CN" altLang="en-US" u="none" dirty="0"/>
              <a:t>展开式，就可以很容易独立构造各阶数值微分公式。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4000" b="1" u="none" dirty="0"/>
              <a:t>本章小结</a:t>
            </a:r>
          </a:p>
        </p:txBody>
      </p:sp>
      <p:sp>
        <p:nvSpPr>
          <p:cNvPr id="130050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724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sz="3200" b="1" dirty="0">
                <a:latin typeface="Times New Roman" panose="02020603050405020304" pitchFamily="18" charset="0"/>
              </a:rPr>
              <a:t>数值积分的基本概念、思想与理论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数值积分公式、插值型数值积分公式、余项、代数精度、收敛阶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200" b="1" dirty="0">
                <a:latin typeface="Times New Roman" panose="02020603050405020304" pitchFamily="18" charset="0"/>
              </a:rPr>
              <a:t>插值型数值积分及其数值稳定性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Newton-Cotes </a:t>
            </a:r>
            <a:r>
              <a:rPr lang="zh-CN" altLang="zh-CN" sz="2800" b="1" dirty="0">
                <a:latin typeface="Times New Roman" panose="02020603050405020304" pitchFamily="18" charset="0"/>
              </a:rPr>
              <a:t>公式，</a:t>
            </a:r>
            <a:r>
              <a:rPr lang="zh-CN" altLang="en-US" sz="2800" b="1" dirty="0">
                <a:latin typeface="Times New Roman" panose="02020603050405020304" pitchFamily="18" charset="0"/>
              </a:rPr>
              <a:t>复化求积</a:t>
            </a:r>
            <a:r>
              <a:rPr lang="zh-CN" altLang="zh-CN" sz="2800" b="1" dirty="0">
                <a:latin typeface="Times New Roman" panose="02020603050405020304" pitchFamily="18" charset="0"/>
              </a:rPr>
              <a:t>公式</a:t>
            </a:r>
            <a:r>
              <a:rPr lang="zh-CN" altLang="en-US" sz="2800" b="1" dirty="0">
                <a:latin typeface="Times New Roman" panose="02020603050405020304" pitchFamily="18" charset="0"/>
              </a:rPr>
              <a:t>、变步长的求积</a:t>
            </a:r>
            <a:r>
              <a:rPr lang="zh-CN" altLang="zh-CN" sz="2800" b="1" dirty="0">
                <a:latin typeface="Times New Roman" panose="02020603050405020304" pitchFamily="18" charset="0"/>
              </a:rPr>
              <a:t>公式</a:t>
            </a:r>
            <a:r>
              <a:rPr lang="zh-CN" altLang="en-US" sz="2800" b="1" dirty="0">
                <a:latin typeface="Times New Roman" panose="02020603050405020304" pitchFamily="18" charset="0"/>
              </a:rPr>
              <a:t>、 </a:t>
            </a:r>
            <a:r>
              <a:rPr lang="zh-CN" altLang="zh-CN" sz="2800" b="1" dirty="0">
                <a:latin typeface="Times New Roman" panose="02020603050405020304" pitchFamily="18" charset="0"/>
              </a:rPr>
              <a:t>Richardson外推算法与</a:t>
            </a:r>
            <a:r>
              <a:rPr lang="en-US" altLang="zh-CN" sz="2800" b="1" dirty="0">
                <a:latin typeface="Times New Roman" panose="02020603050405020304" pitchFamily="18" charset="0"/>
              </a:rPr>
              <a:t>Romberg</a:t>
            </a:r>
            <a:r>
              <a:rPr lang="zh-CN" altLang="zh-CN" sz="2800" b="1" dirty="0">
                <a:latin typeface="Times New Roman" panose="02020603050405020304" pitchFamily="18" charset="0"/>
              </a:rPr>
              <a:t>求积公式、</a:t>
            </a:r>
            <a:r>
              <a:rPr lang="en-US" altLang="zh-CN" sz="2800" b="1" dirty="0">
                <a:latin typeface="Times New Roman" panose="02020603050405020304" pitchFamily="18" charset="0"/>
              </a:rPr>
              <a:t>Gauss </a:t>
            </a:r>
            <a:r>
              <a:rPr lang="zh-CN" altLang="zh-CN" sz="2800" b="1" dirty="0">
                <a:latin typeface="Times New Roman" panose="02020603050405020304" pitchFamily="18" charset="0"/>
              </a:rPr>
              <a:t>求积公式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zh-CN" sz="3200" b="1" dirty="0">
                <a:latin typeface="Times New Roman" panose="02020603050405020304" pitchFamily="18" charset="0"/>
              </a:rPr>
              <a:t>数值微分</a:t>
            </a:r>
            <a:r>
              <a:rPr lang="zh-CN" altLang="en-US" sz="3200" b="1" dirty="0">
                <a:latin typeface="Times New Roman" panose="02020603050405020304" pitchFamily="18" charset="0"/>
              </a:rPr>
              <a:t>的思想与各种方法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两点、三点数值微分公式、样条插值函数求数值导数、外推算法</a:t>
            </a:r>
            <a:endParaRPr lang="zh-CN" altLang="en-US" sz="4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6951c6c-575a-4207-9315-08995d67367d"/>
  <p:tag name="COMMONDATA" val="eyJoZGlkIjoiN2I4NDViNGMzYzEyZjQ3NjA4YTIzYjE4ZDQ4YzJkZ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292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355,&quot;width&quot;:693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50,&quot;width&quot;:6960}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7248</Words>
  <Application>WPS 演示</Application>
  <PresentationFormat>全屏显示(4:3)</PresentationFormat>
  <Paragraphs>894</Paragraphs>
  <Slides>150</Slides>
  <Notes>122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150</vt:i4>
      </vt:variant>
    </vt:vector>
  </HeadingPairs>
  <TitlesOfParts>
    <vt:vector size="152" baseType="lpstr">
      <vt:lpstr>Default Design</vt:lpstr>
      <vt:lpstr>Microsoft 公式 3.0</vt:lpstr>
      <vt:lpstr> 数值积分与数值微分</vt:lpstr>
      <vt:lpstr> 考虑一个实际问题</vt:lpstr>
      <vt:lpstr> 数值积分与数值微分</vt:lpstr>
      <vt:lpstr>8.1 数值积分公式及其代数精度</vt:lpstr>
      <vt:lpstr>8.1 数值积分公式及其代数精度</vt:lpstr>
      <vt:lpstr>幻灯片 6</vt:lpstr>
      <vt:lpstr> 2.数值积分公式的代数精度</vt:lpstr>
      <vt:lpstr>例8.1.1 确定下列数值积分公式</vt:lpstr>
      <vt:lpstr>例8.1.2 确定下列数值积分公式</vt:lpstr>
      <vt:lpstr>幻灯片 10</vt:lpstr>
      <vt:lpstr>幻灯片 11</vt:lpstr>
      <vt:lpstr>幻灯片 12</vt:lpstr>
      <vt:lpstr>8.2 插值型数值积分公式与 Newton-Cotes 公式</vt:lpstr>
      <vt:lpstr>定义8.2.1 对于数值积分公式 (8.1.2)</vt:lpstr>
      <vt:lpstr>定理 8.2.1 插值型数值积分公式至少具有n 次代数精度。</vt:lpstr>
      <vt:lpstr>2. Newton-Cotes公式</vt:lpstr>
      <vt:lpstr>幻灯片 17</vt:lpstr>
      <vt:lpstr> n = 1~8 的Cotes系数</vt:lpstr>
      <vt:lpstr>幻灯片 19</vt:lpstr>
      <vt:lpstr> Newton-Cotes公式的余项</vt:lpstr>
      <vt:lpstr>下面证明梯形公式的余项，以及Simpson公式的余项，其它类似。 </vt:lpstr>
      <vt:lpstr>幻灯片 22</vt:lpstr>
      <vt:lpstr>下面证明Simpson公式的余项： </vt:lpstr>
      <vt:lpstr>幻灯片 24</vt:lpstr>
      <vt:lpstr> Newton-Cotes公式数值稳定性</vt:lpstr>
      <vt:lpstr>令</vt:lpstr>
      <vt:lpstr>幻灯片 27</vt:lpstr>
      <vt:lpstr>8.3 复化求积法</vt:lpstr>
      <vt:lpstr>复化梯形公式的推导</vt:lpstr>
      <vt:lpstr>1.几个常用的复化求积法  </vt:lpstr>
      <vt:lpstr>幻灯片 31</vt:lpstr>
      <vt:lpstr>复化 Cotes 公式</vt:lpstr>
      <vt:lpstr>例如复化梯形公式: </vt:lpstr>
      <vt:lpstr>幻灯片 34</vt:lpstr>
      <vt:lpstr>例8.3.1 利用复化梯形公式和simpson公式计算</vt:lpstr>
      <vt:lpstr>幻灯片 36</vt:lpstr>
      <vt:lpstr>幻灯片 37</vt:lpstr>
      <vt:lpstr>例8.3.2 利用复化求积公式计算积分</vt:lpstr>
      <vt:lpstr>幻灯片 39</vt:lpstr>
      <vt:lpstr> 变步长梯形公式与Romberg算法</vt:lpstr>
      <vt:lpstr>8.4 变步长梯形公式与Romberg算法</vt:lpstr>
      <vt:lpstr>     例如: 对于积分</vt:lpstr>
      <vt:lpstr>幻灯片 43</vt:lpstr>
      <vt:lpstr>幻灯片 44</vt:lpstr>
      <vt:lpstr>幻灯片 45</vt:lpstr>
      <vt:lpstr>变步长的梯形公式的算法 </vt:lpstr>
      <vt:lpstr>幻灯片 47</vt:lpstr>
      <vt:lpstr>幻灯片 48</vt:lpstr>
      <vt:lpstr>幻灯片 49</vt:lpstr>
      <vt:lpstr>2. Richardson外推算法</vt:lpstr>
      <vt:lpstr>幻灯片 51</vt:lpstr>
      <vt:lpstr>幻灯片 52</vt:lpstr>
      <vt:lpstr>幻灯片 53</vt:lpstr>
      <vt:lpstr>3. Romberg 算法</vt:lpstr>
      <vt:lpstr>幻灯片 55</vt:lpstr>
      <vt:lpstr>幻灯片 56</vt:lpstr>
      <vt:lpstr>幻灯片 57</vt:lpstr>
      <vt:lpstr>          当 m = 3 时 ,</vt:lpstr>
      <vt:lpstr>幻灯片 59</vt:lpstr>
      <vt:lpstr>Romberg 算法的计算过程</vt:lpstr>
      <vt:lpstr>幻灯片 61</vt:lpstr>
      <vt:lpstr>龙贝格公式的计算过程 </vt:lpstr>
      <vt:lpstr>幻灯片 63</vt:lpstr>
      <vt:lpstr>幻灯片 64</vt:lpstr>
      <vt:lpstr> Newton-Cotes公式的数值稳定性</vt:lpstr>
      <vt:lpstr>令</vt:lpstr>
      <vt:lpstr> n = 1~8 的Cotes系数</vt:lpstr>
      <vt:lpstr>幻灯片 68</vt:lpstr>
      <vt:lpstr>幻灯片 69</vt:lpstr>
      <vt:lpstr> 等距节点高次插值的Runge现象 与数值积分</vt:lpstr>
      <vt:lpstr>Runge现象与数值积分 </vt:lpstr>
      <vt:lpstr>幻灯片 72</vt:lpstr>
      <vt:lpstr>幻灯片 73</vt:lpstr>
      <vt:lpstr>幻灯片 74</vt:lpstr>
      <vt:lpstr>  Gauss 求积公式 </vt:lpstr>
      <vt:lpstr>8.5   Gauss 求积公式</vt:lpstr>
      <vt:lpstr>幻灯片 77</vt:lpstr>
      <vt:lpstr>1. Gauss 求积公式</vt:lpstr>
      <vt:lpstr>1. Gauss 求积公式</vt:lpstr>
      <vt:lpstr>例 8.5.1 确定下列求积公式中的待定参数 A0 , A1 , x0 和 x1：</vt:lpstr>
      <vt:lpstr>幻灯片 81</vt:lpstr>
      <vt:lpstr>关于 Gauss 点的求法 , 有如下定理。</vt:lpstr>
      <vt:lpstr>必要性的证明</vt:lpstr>
      <vt:lpstr>充分性的证明</vt:lpstr>
      <vt:lpstr>充分性的证明（续）</vt:lpstr>
      <vt:lpstr>幻灯片 86</vt:lpstr>
      <vt:lpstr>例 8.5.1 确定下列求积公式中的待定参数 A0 , A1 , x0 和 x1：</vt:lpstr>
      <vt:lpstr>幻灯片 88</vt:lpstr>
      <vt:lpstr>幻灯片 89</vt:lpstr>
      <vt:lpstr> 2. Gauss-Legendre 求积公式</vt:lpstr>
      <vt:lpstr>这是因为:</vt:lpstr>
      <vt:lpstr>常见Gauss-Legendre求积公式 </vt:lpstr>
      <vt:lpstr>常见Gauss-Legendre求积公式 </vt:lpstr>
      <vt:lpstr>常见Gauss-Legendre求积公式 </vt:lpstr>
      <vt:lpstr>  1~5 个节点的Gauss-Legendre求积系数</vt:lpstr>
      <vt:lpstr>1~5 个节点的Gauss-Legendre求积系数（真值）</vt:lpstr>
      <vt:lpstr>续Gauss-Legendre求积系数（真值）</vt:lpstr>
      <vt:lpstr>对于一般的区间[a, b]，可作坐标变换 </vt:lpstr>
      <vt:lpstr>例 8.5.3 利用三点Gauss-Legendre求积公式计算积分 </vt:lpstr>
      <vt:lpstr>幻灯片 100</vt:lpstr>
      <vt:lpstr>幻灯片 101</vt:lpstr>
      <vt:lpstr>3. 带权的Gauss 求积公式</vt:lpstr>
      <vt:lpstr>从而有</vt:lpstr>
      <vt:lpstr>幻灯片 104</vt:lpstr>
      <vt:lpstr>幻灯片 105</vt:lpstr>
      <vt:lpstr> Gauss-Chebyshev 求积公式  </vt:lpstr>
      <vt:lpstr> Gauss-Chebyshev 求积公式  </vt:lpstr>
      <vt:lpstr>幻灯片 108</vt:lpstr>
      <vt:lpstr>4. Gauss 求积公式的余项, 收敛性与稳定性</vt:lpstr>
      <vt:lpstr>Gauss 求积公式求积系数有如下性质:</vt:lpstr>
      <vt:lpstr>幻灯片 111</vt:lpstr>
      <vt:lpstr>幻灯片 112</vt:lpstr>
      <vt:lpstr>对于 Gauss 求积公式的收敛性, 有如下的定理</vt:lpstr>
      <vt:lpstr>  数值微分  </vt:lpstr>
      <vt:lpstr> 考虑一个实际问题</vt:lpstr>
      <vt:lpstr>8.6 数值微分</vt:lpstr>
      <vt:lpstr>1. 插值型数值微分公式 </vt:lpstr>
      <vt:lpstr>由于Lagrange插值多项式Ln(x) 的余项为 </vt:lpstr>
      <vt:lpstr>但当计算插值节点处的导数时, 因ωn+1(xk) = 0, 这时数值导数的余项公式可以表示为</vt:lpstr>
      <vt:lpstr>2. 两点数值微分公式 </vt:lpstr>
      <vt:lpstr>由余项公式 (8.6.5)</vt:lpstr>
      <vt:lpstr>3. 三点数值微分公式</vt:lpstr>
      <vt:lpstr>从而由</vt:lpstr>
      <vt:lpstr>幻灯片 124</vt:lpstr>
      <vt:lpstr>若略去余项, 有三点数值微分公式</vt:lpstr>
      <vt:lpstr>还可以建立高阶导数的数值微分公式. </vt:lpstr>
      <vt:lpstr>由余项公式 (8.6.3)</vt:lpstr>
      <vt:lpstr>事实上，</vt:lpstr>
      <vt:lpstr>4. 利用三次样条插值函数求数值导数 </vt:lpstr>
      <vt:lpstr> 以三弯矩公式为例, 有 </vt:lpstr>
      <vt:lpstr> 这样 </vt:lpstr>
      <vt:lpstr>从而, 在插值节点处的导数有 </vt:lpstr>
      <vt:lpstr>用三次样条插值函数计算数值导数, 在一定条件下,（如f (x)有连续四阶导数）有如下误差估计式：</vt:lpstr>
      <vt:lpstr>因此，用三次样条插值函数求数值导数比用插值多项式可靠性大．</vt:lpstr>
      <vt:lpstr>5. 数值微分的外推算法</vt:lpstr>
      <vt:lpstr>由Taylor公式有</vt:lpstr>
      <vt:lpstr>上两式相减整理后, 得</vt:lpstr>
      <vt:lpstr>幻灯片 138</vt:lpstr>
      <vt:lpstr>类似的, 有 </vt:lpstr>
      <vt:lpstr>n+1点m阶数值微分公式的一般形式可以写为</vt:lpstr>
      <vt:lpstr>例1 .  已知 f (x) 在三点                                                处的函数值分别为 f (x0), f (x1) 和 f (x2).求 f (x) 在点x0处的一阶导数、二阶导数的数值微分公式。</vt:lpstr>
      <vt:lpstr>于是有</vt:lpstr>
      <vt:lpstr>将（2）（3）代入（1）式，有</vt:lpstr>
      <vt:lpstr>将A,B,C的值代入（4）式，有带有余项估计式的数值微分公式</vt:lpstr>
      <vt:lpstr>例1（续） 已知 f (x) 在三点                                                 处的函数值分别为 f (x0), f (x1) 和 f (x2).求 f (x) 在点x0处的一阶导数、二阶导数的数值微分公式。</vt:lpstr>
      <vt:lpstr>于是有</vt:lpstr>
      <vt:lpstr>将（2）（3）代入（5）式，有</vt:lpstr>
      <vt:lpstr>幻灯片 148</vt:lpstr>
      <vt:lpstr>待定系数法可以简单推广到4点、五点的数值微分公式的构造。</vt:lpstr>
      <vt:lpstr>本章小结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数值积分与数值微分</dc:title>
  <dc:creator>ldy</dc:creator>
  <cp:lastModifiedBy>xws</cp:lastModifiedBy>
  <cp:revision>474</cp:revision>
  <cp:lastPrinted>2000-12-06T13:26:00Z</cp:lastPrinted>
  <dcterms:created xsi:type="dcterms:W3CDTF">1999-10-08T19:08:00Z</dcterms:created>
  <dcterms:modified xsi:type="dcterms:W3CDTF">2024-11-18T11:52:23Z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78616A2751594B26AC18F7A37D4F4F46</vt:lpwstr>
  </property>
</Properties>
</file>